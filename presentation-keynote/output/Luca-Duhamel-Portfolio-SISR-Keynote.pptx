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jpeg" ContentType="image/jpeg"/>
  <Default Extension="bin" ContentType="application/octet-stream"/>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5a0138d01974a7a" /><Relationship Type="http://schemas.openxmlformats.org/officeDocument/2006/relationships/extended-properties" Target="/docProps/app.xml" Id="R76702d2f8d574d2d" /><Relationship Type="http://schemas.openxmlformats.org/officeDocument/2006/relationships/officeDocument" Target="/ppt/presentation.xml" Id="R8d0110912eb146ed" /></Relationships>
</file>

<file path=ppt/presentation.xml><?xml version="1.0" encoding="utf-8"?>
<p:presentation xmlns:p="http://schemas.openxmlformats.org/presentationml/2006/main">
  <p:sldMasterIdLst>
    <p:sldMasterId xmlns:r="http://schemas.openxmlformats.org/officeDocument/2006/relationships" id="2147483648" r:id="R2a9a6f134d424ef7"/>
  </p:sldMasterIdLst>
  <p:notesMasterIdLst>
    <p:notesMasterId xmlns:r="http://schemas.openxmlformats.org/officeDocument/2006/relationships" r:id="R6e18df0c617942da"/>
  </p:notesMasterIdLst>
  <p:sldIdLst>
    <p:sldId xmlns:r="http://schemas.openxmlformats.org/officeDocument/2006/relationships" id="256" r:id="Rbb7214f9bdf64f70"/>
    <p:sldId xmlns:r="http://schemas.openxmlformats.org/officeDocument/2006/relationships" id="257" r:id="Rfb1aa276c7964dd7"/>
    <p:sldId xmlns:r="http://schemas.openxmlformats.org/officeDocument/2006/relationships" id="258" r:id="R3e6e3a8427e24d1c"/>
    <p:sldId xmlns:r="http://schemas.openxmlformats.org/officeDocument/2006/relationships" id="259" r:id="R6f9bcb1751a6468c"/>
    <p:sldId xmlns:r="http://schemas.openxmlformats.org/officeDocument/2006/relationships" id="260" r:id="R630c464cde504922"/>
    <p:sldId xmlns:r="http://schemas.openxmlformats.org/officeDocument/2006/relationships" id="261" r:id="R0c8a5e8d656f4fee"/>
    <p:sldId xmlns:r="http://schemas.openxmlformats.org/officeDocument/2006/relationships" id="262" r:id="R48770f5de8c84fc3"/>
    <p:sldId xmlns:r="http://schemas.openxmlformats.org/officeDocument/2006/relationships" id="263" r:id="Rf0c0ae243a994fb0"/>
    <p:sldId xmlns:r="http://schemas.openxmlformats.org/officeDocument/2006/relationships" id="264" r:id="R927af9029bf34b41"/>
    <p:sldId xmlns:r="http://schemas.openxmlformats.org/officeDocument/2006/relationships" id="265" r:id="R6f9a70eebe034769"/>
    <p:sldId xmlns:r="http://schemas.openxmlformats.org/officeDocument/2006/relationships" id="266" r:id="R63a0878f852b4a1a"/>
    <p:sldId xmlns:r="http://schemas.openxmlformats.org/officeDocument/2006/relationships" id="267" r:id="R378de1b988cf489d"/>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2a9a6f134d424ef7" /><Relationship Type="http://schemas.openxmlformats.org/officeDocument/2006/relationships/theme" Target="/ppt/theme/theme1.xml" Id="Rf873bdfd04fe42b1" /><Relationship Type="http://schemas.openxmlformats.org/officeDocument/2006/relationships/notesMaster" Target="/ppt/notesMasters/notesMaster1.xml" Id="R6e18df0c617942da" /><Relationship Type="http://schemas.openxmlformats.org/officeDocument/2006/relationships/presProps" Target="/ppt/presProps.xml" Id="Rea6bcc9bdc40497d" /><Relationship Type="http://schemas.openxmlformats.org/officeDocument/2006/relationships/viewProps" Target="/ppt/viewProps.xml" Id="Rb5464a7eccf24865" /><Relationship Type="http://schemas.openxmlformats.org/officeDocument/2006/relationships/tableStyles" Target="/ppt/tableStyles.xml" Id="R6d9ec565e4ed462e" /><Relationship Type="http://schemas.openxmlformats.org/officeDocument/2006/relationships/slide" Target="/ppt/slides/slide1.xml" Id="Rbb7214f9bdf64f70" /><Relationship Type="http://schemas.openxmlformats.org/officeDocument/2006/relationships/slide" Target="/ppt/slides/slide2.xml" Id="Rfb1aa276c7964dd7" /><Relationship Type="http://schemas.openxmlformats.org/officeDocument/2006/relationships/slide" Target="/ppt/slides/slide3.xml" Id="R3e6e3a8427e24d1c" /><Relationship Type="http://schemas.openxmlformats.org/officeDocument/2006/relationships/slide" Target="/ppt/slides/slide4.xml" Id="R6f9bcb1751a6468c" /><Relationship Type="http://schemas.openxmlformats.org/officeDocument/2006/relationships/slide" Target="/ppt/slides/slide5.xml" Id="R630c464cde504922" /><Relationship Type="http://schemas.openxmlformats.org/officeDocument/2006/relationships/slide" Target="/ppt/slides/slide6.xml" Id="R0c8a5e8d656f4fee" /><Relationship Type="http://schemas.openxmlformats.org/officeDocument/2006/relationships/slide" Target="/ppt/slides/slide7.xml" Id="R48770f5de8c84fc3" /><Relationship Type="http://schemas.openxmlformats.org/officeDocument/2006/relationships/slide" Target="/ppt/slides/slide8.xml" Id="Rf0c0ae243a994fb0" /><Relationship Type="http://schemas.openxmlformats.org/officeDocument/2006/relationships/slide" Target="/ppt/slides/slide9.xml" Id="R927af9029bf34b41" /><Relationship Type="http://schemas.openxmlformats.org/officeDocument/2006/relationships/slide" Target="/ppt/slides/slide10.xml" Id="R6f9a70eebe034769" /><Relationship Type="http://schemas.openxmlformats.org/officeDocument/2006/relationships/slide" Target="/ppt/slides/slide11.xml" Id="R63a0878f852b4a1a" /><Relationship Type="http://schemas.openxmlformats.org/officeDocument/2006/relationships/slide" Target="/ppt/slides/slide12.xml" Id="R378de1b988cf489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1e2c43a8fb1d451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a2a9cab0054490f" /><Relationship Type="http://schemas.openxmlformats.org/officeDocument/2006/relationships/notesMaster" Target="/ppt/notesMasters/notesMaster1.xml" Id="Rfc842c7cf7df428f" /></Relationships>
</file>

<file path=ppt/notesSlides/_rels/notesSlide2.xml.rels>&#65279;<?xml version="1.0" encoding="utf-8"?><Relationships xmlns="http://schemas.openxmlformats.org/package/2006/relationships"><Relationship Type="http://schemas.openxmlformats.org/officeDocument/2006/relationships/slide" Target="/ppt/slides/slide2.xml" Id="Rb2f93bd8db414f5b" /><Relationship Type="http://schemas.openxmlformats.org/officeDocument/2006/relationships/notesMaster" Target="/ppt/notesMasters/notesMaster1.xml" Id="Rd401a7918532495a" /></Relationships>
</file>

<file path=ppt/notesSlides/_rels/notesSlide3.xml.rels>&#65279;<?xml version="1.0" encoding="utf-8"?><Relationships xmlns="http://schemas.openxmlformats.org/package/2006/relationships"><Relationship Type="http://schemas.openxmlformats.org/officeDocument/2006/relationships/slide" Target="/ppt/slides/slide3.xml" Id="Rb6142338ec3744aa" /><Relationship Type="http://schemas.openxmlformats.org/officeDocument/2006/relationships/notesMaster" Target="/ppt/notesMasters/notesMaster1.xml" Id="Re8eee93abd56433b" /></Relationships>
</file>

<file path=ppt/notesSlides/_rels/notesSlide4.xml.rels>&#65279;<?xml version="1.0" encoding="utf-8"?><Relationships xmlns="http://schemas.openxmlformats.org/package/2006/relationships"><Relationship Type="http://schemas.openxmlformats.org/officeDocument/2006/relationships/slide" Target="/ppt/slides/slide4.xml" Id="R97bb16b8dc6a4d55" /><Relationship Type="http://schemas.openxmlformats.org/officeDocument/2006/relationships/notesMaster" Target="/ppt/notesMasters/notesMaster1.xml" Id="R91c7b17ee1924aa6" /></Relationships>
</file>

<file path=ppt/notesSlides/_rels/notesSlide5.xml.rels>&#65279;<?xml version="1.0" encoding="utf-8"?><Relationships xmlns="http://schemas.openxmlformats.org/package/2006/relationships"><Relationship Type="http://schemas.openxmlformats.org/officeDocument/2006/relationships/slide" Target="/ppt/slides/slide5.xml" Id="R80d195ff81d74df0" /><Relationship Type="http://schemas.openxmlformats.org/officeDocument/2006/relationships/notesMaster" Target="/ppt/notesMasters/notesMaster1.xml" Id="Rbb81f1d339674e32" /></Relationships>
</file>

<file path=ppt/notesSlides/_rels/notesSlide6.xml.rels>&#65279;<?xml version="1.0" encoding="utf-8"?><Relationships xmlns="http://schemas.openxmlformats.org/package/2006/relationships"><Relationship Type="http://schemas.openxmlformats.org/officeDocument/2006/relationships/slide" Target="/ppt/slides/slide6.xml" Id="Rb9da510597b84e09" /><Relationship Type="http://schemas.openxmlformats.org/officeDocument/2006/relationships/notesMaster" Target="/ppt/notesMasters/notesMaster1.xml" Id="R603045423c6b4d20" /></Relationships>
</file>

<file path=ppt/notesSlides/_rels/notesSlide7.xml.rels>&#65279;<?xml version="1.0" encoding="utf-8"?><Relationships xmlns="http://schemas.openxmlformats.org/package/2006/relationships"><Relationship Type="http://schemas.openxmlformats.org/officeDocument/2006/relationships/slide" Target="/ppt/slides/slide7.xml" Id="R017b9a3a25c84d0e" /><Relationship Type="http://schemas.openxmlformats.org/officeDocument/2006/relationships/notesMaster" Target="/ppt/notesMasters/notesMaster1.xml" Id="R3fd4724655fe456d" /></Relationships>
</file>

<file path=ppt/notesSlides/_rels/notesSlide8.xml.rels>&#65279;<?xml version="1.0" encoding="utf-8"?><Relationships xmlns="http://schemas.openxmlformats.org/package/2006/relationships"><Relationship Type="http://schemas.openxmlformats.org/officeDocument/2006/relationships/slide" Target="/ppt/slides/slide8.xml" Id="Ra4b4cc510dd44c88" /><Relationship Type="http://schemas.openxmlformats.org/officeDocument/2006/relationships/notesMaster" Target="/ppt/notesMasters/notesMaster1.xml" Id="R47b4fb5c0b7b4ae4" /></Relationships>
</file>

<file path=ppt/notesSlides/_rels/notesSlide9.xml.rels>&#65279;<?xml version="1.0" encoding="utf-8"?><Relationships xmlns="http://schemas.openxmlformats.org/package/2006/relationships"><Relationship Type="http://schemas.openxmlformats.org/officeDocument/2006/relationships/slide" Target="/ppt/slides/slide9.xml" Id="R466ded33e235477d" /><Relationship Type="http://schemas.openxmlformats.org/officeDocument/2006/relationships/notesMaster" Target="/ppt/notesMasters/notesMaster1.xml" Id="R8d0285507966425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b1946b13ce44e25" /><Relationship Type="http://schemas.openxmlformats.org/officeDocument/2006/relationships/notesMaster" Target="/ppt/notesMasters/notesMaster1.xml" Id="R7037f2411b824e8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412bb65fb3c414a" /><Relationship Type="http://schemas.openxmlformats.org/officeDocument/2006/relationships/notesMaster" Target="/ppt/notesMasters/notesMaster1.xml" Id="Rfb1413134395433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329c19b1bbe4502" /><Relationship Type="http://schemas.openxmlformats.org/officeDocument/2006/relationships/notesMaster" Target="/ppt/notesMasters/notesMaster1.xml" Id="R0b9874d8da9a4d1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80f958ad5e14836" /></Relationships>
</file>

<file path=ppt/slideLayouts/slideLayout2.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8bd24dcc558e4416" /><Relationship Type="http://schemas.openxmlformats.org/officeDocument/2006/relationships/slideLayout" Target="/ppt/slideLayouts/slideLayout2.xml" Id="Ra99e635ce8e6491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99e635ce8e6491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xml" Id="R26ca24cffd9341ac" /><Relationship Type="http://schemas.openxmlformats.org/officeDocument/2006/relationships/image" Target="/ppt/media/image.png" Id="R745b57640bdd4ff4" /><Relationship Type="http://schemas.openxmlformats.org/officeDocument/2006/relationships/image" Target="/ppt/media/image.svg" Id="R2223099308be4445" /><Relationship Type="http://schemas.openxmlformats.org/officeDocument/2006/relationships/notesSlide" Target="/ppt/notesSlides/notesSlide1.xml" Id="Ra1bdc42ce4fc465e"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d15c507466084624" /><Relationship Type="http://schemas.openxmlformats.org/officeDocument/2006/relationships/notesSlide" Target="/ppt/notesSlides/notesSlide2.xml" Id="R465fead910774673"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175954dcfc484785" /><Relationship Type="http://schemas.openxmlformats.org/officeDocument/2006/relationships/image" Target="/ppt/media/image.jpeg" Id="R7488cc77364b498a" /><Relationship Type="http://schemas.openxmlformats.org/officeDocument/2006/relationships/image" Target="/ppt/media/image2.png" Id="R7776a73e5adb403d" /><Relationship Type="http://schemas.openxmlformats.org/officeDocument/2006/relationships/image" Target="/ppt/media/image2.jpeg" Id="R71bdf733a4d445aa" /><Relationship Type="http://schemas.openxmlformats.org/officeDocument/2006/relationships/image" Target="/ppt/media/image3.jpeg" Id="R7894f27a0e8b4cbb" /><Relationship Type="http://schemas.openxmlformats.org/officeDocument/2006/relationships/image" Target="/ppt/media/image3.png" Id="R603ed786c6144138" /><Relationship Type="http://schemas.openxmlformats.org/officeDocument/2006/relationships/image" Target="/ppt/media/image4.png" Id="R671c00cd28d2432f" /><Relationship Type="http://schemas.openxmlformats.org/officeDocument/2006/relationships/notesSlide" Target="/ppt/notesSlides/notesSlide3.xml" Id="R1f49a424cc1b43d1"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ff6a69e90452451d" /><Relationship Type="http://schemas.openxmlformats.org/officeDocument/2006/relationships/notesSlide" Target="/ppt/notesSlides/notesSlide4.xml" Id="R3ed8db71397347db"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86d605ed8ad340b8" /><Relationship Type="http://schemas.openxmlformats.org/officeDocument/2006/relationships/image" Target="/ppt/media/image5.png" Id="Raf2ab4e37f054150" /><Relationship Type="http://schemas.openxmlformats.org/officeDocument/2006/relationships/notesSlide" Target="/ppt/notesSlides/notesSlide5.xml" Id="Ra1e8acb26f7e4001"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d7d2c4989aa94732" /><Relationship Type="http://schemas.openxmlformats.org/officeDocument/2006/relationships/image" Target="/ppt/media/image.bin" Id="Radc80ba96451446c" /><Relationship Type="http://schemas.openxmlformats.org/officeDocument/2006/relationships/notesSlide" Target="/ppt/notesSlides/notesSlide6.xml" Id="R947ac0df7a9a4d06"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e9cbd746165e4ecc" /><Relationship Type="http://schemas.openxmlformats.org/officeDocument/2006/relationships/image" Target="/ppt/media/image6.png" Id="R3193eac719b8434a" /><Relationship Type="http://schemas.openxmlformats.org/officeDocument/2006/relationships/notesSlide" Target="/ppt/notesSlides/notesSlide7.xml" Id="Rbe756c881f314532"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7e1d3bbfaadd4a46" /><Relationship Type="http://schemas.openxmlformats.org/officeDocument/2006/relationships/image" Target="/ppt/media/image7.png" Id="R3a88786650e04bcf" /><Relationship Type="http://schemas.openxmlformats.org/officeDocument/2006/relationships/notesSlide" Target="/ppt/notesSlides/notesSlide8.xml" Id="Rb9c9c5eb5ea0400b"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adbcb42a8722446e" /><Relationship Type="http://schemas.openxmlformats.org/officeDocument/2006/relationships/image" Target="/ppt/media/image8.png" Id="Rb7f1e2e23e9a488b" /><Relationship Type="http://schemas.openxmlformats.org/officeDocument/2006/relationships/notesSlide" Target="/ppt/notesSlides/notesSlide9.xml" Id="R73b33a1fbf3c41b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ef44d958b3c04e36" /><Relationship Type="http://schemas.openxmlformats.org/officeDocument/2006/relationships/image" Target="/ppt/media/image9.png" Id="R5ba3d8f872ff4554" /><Relationship Type="http://schemas.openxmlformats.org/officeDocument/2006/relationships/image" Target="/ppt/media/image2.svg" Id="R63d90584b19f4ca8" /><Relationship Type="http://schemas.openxmlformats.org/officeDocument/2006/relationships/image" Target="/ppt/media/image10.png" Id="R14cfc6c6089a46b4" /><Relationship Type="http://schemas.openxmlformats.org/officeDocument/2006/relationships/image" Target="/ppt/media/image3.svg" Id="R2063bf75fa1f42d0" /><Relationship Type="http://schemas.openxmlformats.org/officeDocument/2006/relationships/image" Target="/ppt/media/image11.png" Id="Rbcd5bc32373c46e8" /><Relationship Type="http://schemas.openxmlformats.org/officeDocument/2006/relationships/image" Target="/ppt/media/image4.svg" Id="R6f46140abd4241de" /><Relationship Type="http://schemas.openxmlformats.org/officeDocument/2006/relationships/image" Target="/ppt/media/image12.png" Id="R190b19773e24483f" /><Relationship Type="http://schemas.openxmlformats.org/officeDocument/2006/relationships/image" Target="/ppt/media/image5.svg" Id="R723a08d39fca4057" /><Relationship Type="http://schemas.openxmlformats.org/officeDocument/2006/relationships/notesSlide" Target="/ppt/notesSlides/notesSlide10.xml" Id="Rff0e85873e2747a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87aec321596a4743" /><Relationship Type="http://schemas.openxmlformats.org/officeDocument/2006/relationships/image" Target="/ppt/media/image13.png" Id="Rd688168758c44e67" /><Relationship Type="http://schemas.openxmlformats.org/officeDocument/2006/relationships/image" Target="/ppt/media/image6.svg" Id="R39c7b86a88774f1b" /><Relationship Type="http://schemas.openxmlformats.org/officeDocument/2006/relationships/image" Target="/ppt/media/image14.png" Id="R7e3b47db802c4178" /><Relationship Type="http://schemas.openxmlformats.org/officeDocument/2006/relationships/image" Target="/ppt/media/image7.svg" Id="Rf7e93a7057b7456a" /><Relationship Type="http://schemas.openxmlformats.org/officeDocument/2006/relationships/notesSlide" Target="/ppt/notesSlides/notesSlide11.xml" Id="R50b51a53c0104e9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21bd677f82a74d47" /><Relationship Type="http://schemas.openxmlformats.org/officeDocument/2006/relationships/image" Target="/ppt/media/image15.png" Id="Rc84ccfb6a1804978" /><Relationship Type="http://schemas.openxmlformats.org/officeDocument/2006/relationships/image" Target="/ppt/media/image8.svg" Id="R81120cd6de2f4e15" /><Relationship Type="http://schemas.openxmlformats.org/officeDocument/2006/relationships/image" Target="/ppt/media/image16.png" Id="R0b9a24749c5f4b46" /><Relationship Type="http://schemas.openxmlformats.org/officeDocument/2006/relationships/image" Target="/ppt/media/image9.svg" Id="Ra2a6cd6525d7430c" /><Relationship Type="http://schemas.openxmlformats.org/officeDocument/2006/relationships/notesSlide" Target="/ppt/notesSlides/notesSlide12.xml" Id="Rfc4d86a2242245be"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9829F88-5DE7-45A1-A191-9C4E9C40363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41922"/>
          </a:solidFill>
          <a:ln xmlns:a="http://schemas.openxmlformats.org/drawingml/2006/main" w="0">
            <a:solidFill>
              <a:srgbClr val="141922"/>
            </a:solidFill>
            <a:prstDash val="solid"/>
          </a:ln>
        </p:spPr>
      </p:sp>
      <p:sp>
        <p:nvSpPr>
          <p:cNvPr id="2" name="">
            <a:extLst xmlns:a="http://schemas.openxmlformats.org/drawingml/2006/main">
              <a:ext uri="{FF2B5EF4-FFF2-40B4-BE49-F238E27FC236}">
                <a16:creationId xmlns:a16="http://schemas.microsoft.com/office/drawing/2014/main" id="{36EBEC4B-9F72-4518-BE8A-C7912E978F19}"/>
              </a:ext>
            </a:extLst>
          </p:cNvPr>
          <p:cNvSpPr>
            <a:spLocks xmlns:a="http://schemas.openxmlformats.org/drawingml/2006/main" noGrp="1"/>
          </p:cNvSpPr>
          <p:nvPr/>
        </p:nvSpPr>
        <p:spPr>
          <a:xfrm xmlns:a="http://schemas.openxmlformats.org/drawingml/2006/main">
            <a:off x="-857250" y="-1428750"/>
            <a:ext cx="4953000" cy="4953000"/>
          </a:xfrm>
          <a:prstGeom xmlns:a="http://schemas.openxmlformats.org/drawingml/2006/main" prst="ellipse">
            <a:avLst/>
          </a:prstGeom>
          <a:solidFill xmlns:a="http://schemas.openxmlformats.org/drawingml/2006/main">
            <a:srgbClr val="6AA3FF">
              <a:alpha val="8627"/>
            </a:srgbClr>
          </a:solidFill>
          <a:ln xmlns:a="http://schemas.openxmlformats.org/drawingml/2006/main" w="0">
            <a:solidFill>
              <a:srgbClr val="6AA3FF">
                <a:alpha val="0"/>
              </a:srgbClr>
            </a:solidFill>
            <a:prstDash val="solid"/>
          </a:ln>
        </p:spPr>
      </p:sp>
      <p:sp>
        <p:nvSpPr>
          <p:cNvPr id="3" name="">
            <a:extLst xmlns:a="http://schemas.openxmlformats.org/drawingml/2006/main">
              <a:ext uri="{FF2B5EF4-FFF2-40B4-BE49-F238E27FC236}">
                <a16:creationId xmlns:a16="http://schemas.microsoft.com/office/drawing/2014/main" id="{AD67E2B8-BD29-4FEC-BACF-60E412EE622B}"/>
              </a:ext>
            </a:extLst>
          </p:cNvPr>
          <p:cNvSpPr>
            <a:spLocks xmlns:a="http://schemas.openxmlformats.org/drawingml/2006/main" noGrp="1"/>
          </p:cNvSpPr>
          <p:nvPr/>
        </p:nvSpPr>
        <p:spPr>
          <a:xfrm xmlns:a="http://schemas.openxmlformats.org/drawingml/2006/main">
            <a:off x="8953500" y="-1143000"/>
            <a:ext cx="4000500" cy="4000500"/>
          </a:xfrm>
          <a:prstGeom xmlns:a="http://schemas.openxmlformats.org/drawingml/2006/main" prst="ellipse">
            <a:avLst/>
          </a:prstGeom>
          <a:solidFill xmlns:a="http://schemas.openxmlformats.org/drawingml/2006/main">
            <a:srgbClr val="8AB6FF">
              <a:alpha val="6275"/>
            </a:srgbClr>
          </a:solidFill>
          <a:ln xmlns:a="http://schemas.openxmlformats.org/drawingml/2006/main" w="0">
            <a:solidFill>
              <a:srgbClr val="8AB6FF">
                <a:alpha val="0"/>
              </a:srgbClr>
            </a:solidFill>
            <a:prstDash val="solid"/>
          </a:ln>
        </p:spPr>
      </p:sp>
      <p:sp>
        <p:nvSpPr>
          <p:cNvPr id="4" name="">
            <a:extLst xmlns:a="http://schemas.openxmlformats.org/drawingml/2006/main">
              <a:ext uri="{FF2B5EF4-FFF2-40B4-BE49-F238E27FC236}">
                <a16:creationId xmlns:a16="http://schemas.microsoft.com/office/drawing/2014/main" id="{B2CAC921-A6B5-4BEF-8AB8-34B544EBD74D}"/>
              </a:ext>
            </a:extLst>
          </p:cNvPr>
          <p:cNvSpPr>
            <a:spLocks xmlns:a="http://schemas.openxmlformats.org/drawingml/2006/main" noGrp="1"/>
          </p:cNvSpPr>
          <p:nvPr/>
        </p:nvSpPr>
        <p:spPr>
          <a:xfrm xmlns:a="http://schemas.openxmlformats.org/drawingml/2006/main">
            <a:off x="8763000" y="4476750"/>
            <a:ext cx="3429000" cy="2476500"/>
          </a:xfrm>
          <a:prstGeom xmlns:a="http://schemas.openxmlformats.org/drawingml/2006/main" prst="ellipse">
            <a:avLst/>
          </a:prstGeom>
          <a:solidFill xmlns:a="http://schemas.openxmlformats.org/drawingml/2006/main">
            <a:srgbClr val="6AA3FF">
              <a:alpha val="6275"/>
            </a:srgbClr>
          </a:solidFill>
          <a:ln xmlns:a="http://schemas.openxmlformats.org/drawingml/2006/main" w="0">
            <a:solidFill>
              <a:srgbClr val="6AA3FF">
                <a:alpha val="0"/>
              </a:srgbClr>
            </a:solidFill>
            <a:prstDash val="solid"/>
          </a:ln>
        </p:spPr>
      </p:sp>
      <p:sp>
        <p:nvSpPr>
          <p:cNvPr id="5" name="">
            <a:extLst xmlns:a="http://schemas.openxmlformats.org/drawingml/2006/main">
              <a:ext uri="{FF2B5EF4-FFF2-40B4-BE49-F238E27FC236}">
                <a16:creationId xmlns:a16="http://schemas.microsoft.com/office/drawing/2014/main" id="{20DB9ED8-92C4-4C17-9E98-A9F05E0405F1}"/>
              </a:ext>
            </a:extLst>
          </p:cNvPr>
          <p:cNvSpPr>
            <a:spLocks xmlns:a="http://schemas.openxmlformats.org/drawingml/2006/main" noGrp="1"/>
          </p:cNvSpPr>
          <p:nvPr/>
        </p:nvSpPr>
        <p:spPr>
          <a:xfrm xmlns:a="http://schemas.openxmlformats.org/drawingml/2006/main">
            <a:off x="723900" y="876300"/>
            <a:ext cx="4000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6AA3FF"/>
                </a:solidFill>
                <a:latin typeface="Avenir Next"/>
                <a:ea typeface="Avenir Next"/>
                <a:cs typeface="Avenir Next"/>
              </a:defRPr>
            </a:pPr>
            <a:r>
              <a:rPr sz="788" b="1">
                <a:solidFill>
                  <a:srgbClr val="6AA3FF"/>
                </a:solidFill>
                <a:latin typeface="Avenir Next"/>
                <a:ea typeface="Avenir Next"/>
                <a:cs typeface="Avenir Next"/>
              </a:rPr>
              <a:t>RESEAUX • SYSTEMES • CYBERSECURITE</a:t>
            </a:r>
          </a:p>
        </p:txBody>
      </p:sp>
      <p:sp>
        <p:nvSpPr>
          <p:cNvPr id="6" name="">
            <a:extLst xmlns:a="http://schemas.openxmlformats.org/drawingml/2006/main">
              <a:ext uri="{FF2B5EF4-FFF2-40B4-BE49-F238E27FC236}">
                <a16:creationId xmlns:a16="http://schemas.microsoft.com/office/drawing/2014/main" id="{8744004C-938B-4B1D-A623-C597341E38CD}"/>
              </a:ext>
            </a:extLst>
          </p:cNvPr>
          <p:cNvSpPr>
            <a:spLocks xmlns:a="http://schemas.openxmlformats.org/drawingml/2006/main" noGrp="1"/>
          </p:cNvSpPr>
          <p:nvPr/>
        </p:nvSpPr>
        <p:spPr>
          <a:xfrm xmlns:a="http://schemas.openxmlformats.org/drawingml/2006/main">
            <a:off x="723900" y="1219200"/>
            <a:ext cx="504825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150" b="1">
                <a:solidFill>
                  <a:srgbClr val="F5F6F8"/>
                </a:solidFill>
                <a:latin typeface="Avenir Next"/>
                <a:ea typeface="Avenir Next"/>
                <a:cs typeface="Avenir Next"/>
              </a:defRPr>
            </a:pPr>
            <a:r>
              <a:rPr sz="3150" b="1">
                <a:solidFill>
                  <a:srgbClr val="F5F6F8"/>
                </a:solidFill>
                <a:latin typeface="Avenir Next"/>
                <a:ea typeface="Avenir Next"/>
                <a:cs typeface="Avenir Next"/>
              </a:rPr>
              <a:t>Luca Duhamel</a:t>
            </a:r>
          </a:p>
        </p:txBody>
      </p:sp>
      <p:sp>
        <p:nvSpPr>
          <p:cNvPr id="7" name="">
            <a:extLst xmlns:a="http://schemas.openxmlformats.org/drawingml/2006/main">
              <a:ext uri="{FF2B5EF4-FFF2-40B4-BE49-F238E27FC236}">
                <a16:creationId xmlns:a16="http://schemas.microsoft.com/office/drawing/2014/main" id="{097051D0-806B-44BA-BE8F-BAEC8A0AD44C}"/>
              </a:ext>
            </a:extLst>
          </p:cNvPr>
          <p:cNvSpPr>
            <a:spLocks xmlns:a="http://schemas.openxmlformats.org/drawingml/2006/main" noGrp="1"/>
          </p:cNvSpPr>
          <p:nvPr/>
        </p:nvSpPr>
        <p:spPr>
          <a:xfrm xmlns:a="http://schemas.openxmlformats.org/drawingml/2006/main">
            <a:off x="723900" y="1885950"/>
            <a:ext cx="4953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C8D0DC"/>
                </a:solidFill>
                <a:latin typeface="Avenir Next"/>
                <a:ea typeface="Avenir Next"/>
                <a:cs typeface="Avenir Next"/>
              </a:defRPr>
            </a:pPr>
            <a:r>
              <a:rPr sz="1425" b="0">
                <a:solidFill>
                  <a:srgbClr val="C8D0DC"/>
                </a:solidFill>
                <a:latin typeface="Avenir Next"/>
                <a:ea typeface="Avenir Next"/>
                <a:cs typeface="Avenir Next"/>
              </a:rPr>
              <a:t>Etudiant en BTS SIO - Option SISR</a:t>
            </a:r>
          </a:p>
        </p:txBody>
      </p:sp>
      <p:sp>
        <p:nvSpPr>
          <p:cNvPr id="8" name="">
            <a:extLst xmlns:a="http://schemas.openxmlformats.org/drawingml/2006/main">
              <a:ext uri="{FF2B5EF4-FFF2-40B4-BE49-F238E27FC236}">
                <a16:creationId xmlns:a16="http://schemas.microsoft.com/office/drawing/2014/main" id="{F7DB8BAC-8BF6-4C9C-9DB8-F4B4E75973E5}"/>
              </a:ext>
            </a:extLst>
          </p:cNvPr>
          <p:cNvSpPr>
            <a:spLocks xmlns:a="http://schemas.openxmlformats.org/drawingml/2006/main" noGrp="1"/>
          </p:cNvSpPr>
          <p:nvPr/>
        </p:nvSpPr>
        <p:spPr>
          <a:xfrm xmlns:a="http://schemas.openxmlformats.org/drawingml/2006/main">
            <a:off x="723900" y="2400300"/>
            <a:ext cx="4762500" cy="971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C8D0DC"/>
                </a:solidFill>
                <a:latin typeface="Avenir Next"/>
                <a:ea typeface="Avenir Next"/>
                <a:cs typeface="Avenir Next"/>
              </a:defRPr>
            </a:pPr>
            <a:r>
              <a:rPr sz="1125" b="0">
                <a:solidFill>
                  <a:srgbClr val="C8D0DC"/>
                </a:solidFill>
                <a:latin typeface="Avenir Next"/>
                <a:ea typeface="Avenir Next"/>
                <a:cs typeface="Avenir Next"/>
              </a:rPr>
              <a:t>Passionne par l'administration systeme et les infrastructures reseau, je conçois des environnements fiables, securises et documentes pour accompagner les besoins des entreprises.</a:t>
            </a:r>
          </a:p>
        </p:txBody>
      </p:sp>
      <p:sp>
        <p:nvSpPr>
          <p:cNvPr id="9" name="">
            <a:extLst xmlns:a="http://schemas.openxmlformats.org/drawingml/2006/main">
              <a:ext uri="{FF2B5EF4-FFF2-40B4-BE49-F238E27FC236}">
                <a16:creationId xmlns:a16="http://schemas.microsoft.com/office/drawing/2014/main" id="{B4214185-1C32-4E22-BE24-7816216199DC}"/>
              </a:ext>
            </a:extLst>
          </p:cNvPr>
          <p:cNvSpPr>
            <a:spLocks xmlns:a="http://schemas.openxmlformats.org/drawingml/2006/main" noGrp="1"/>
          </p:cNvSpPr>
          <p:nvPr/>
        </p:nvSpPr>
        <p:spPr>
          <a:xfrm xmlns:a="http://schemas.openxmlformats.org/drawingml/2006/main">
            <a:off x="6953250" y="1085850"/>
            <a:ext cx="4000500" cy="3848100"/>
          </a:xfrm>
          <a:prstGeom xmlns:a="http://schemas.openxmlformats.org/drawingml/2006/main" prst="roundRect">
            <a:avLst>
              <a:gd name="adj" fmla="val 1980"/>
            </a:avLst>
          </a:prstGeom>
          <a:solidFill xmlns:a="http://schemas.openxmlformats.org/drawingml/2006/main">
            <a:srgbClr val="202A38"/>
          </a:solidFill>
          <a:ln xmlns:a="http://schemas.openxmlformats.org/drawingml/2006/main" w="9525">
            <a:solidFill>
              <a:srgbClr val="314155"/>
            </a:solidFill>
            <a:prstDash val="solid"/>
          </a:ln>
        </p:spPr>
      </p:sp>
      <p:sp>
        <p:nvSpPr>
          <p:cNvPr id="10" name="">
            <a:extLst xmlns:a="http://schemas.openxmlformats.org/drawingml/2006/main">
              <a:ext uri="{FF2B5EF4-FFF2-40B4-BE49-F238E27FC236}">
                <a16:creationId xmlns:a16="http://schemas.microsoft.com/office/drawing/2014/main" id="{92D6D21E-CFFC-4F96-87DC-B459AF1CD8EB}"/>
              </a:ext>
            </a:extLst>
          </p:cNvPr>
          <p:cNvSpPr>
            <a:spLocks xmlns:a="http://schemas.openxmlformats.org/drawingml/2006/main" noGrp="1"/>
          </p:cNvSpPr>
          <p:nvPr/>
        </p:nvSpPr>
        <p:spPr>
          <a:xfrm xmlns:a="http://schemas.openxmlformats.org/drawingml/2006/main">
            <a:off x="7181850" y="1314450"/>
            <a:ext cx="3543300" cy="3390900"/>
          </a:xfrm>
          <a:prstGeom xmlns:a="http://schemas.openxmlformats.org/drawingml/2006/main" prst="roundRect">
            <a:avLst>
              <a:gd name="adj" fmla="val 2247"/>
            </a:avLst>
          </a:prstGeom>
          <a:solidFill xmlns:a="http://schemas.openxmlformats.org/drawingml/2006/main">
            <a:srgbClr val="1A2230"/>
          </a:solidFill>
          <a:ln xmlns:a="http://schemas.openxmlformats.org/drawingml/2006/main" w="9525">
            <a:solidFill>
              <a:srgbClr val="3D4D65"/>
            </a:solidFill>
            <a:prstDash val="solid"/>
          </a:ln>
        </p:spPr>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745b57640bdd4ff4">
            <a:extLst>
              <a:ext uri="{96DAC541-7B7A-43D3-8B79-37D633B846F1}">
                <asvg:svgBlip xmlns:asvg="http://schemas.microsoft.com/office/drawing/2016/SVG/main" r:embed="R2223099308be4445"/>
              </a:ext>
            </a:extLst>
          </a:blip>
          <a:stretch xmlns:a="http://schemas.openxmlformats.org/drawingml/2006/main"/>
        </p:blipFill>
        <p:spPr>
          <a:xfrm xmlns:a="http://schemas.openxmlformats.org/drawingml/2006/main">
            <a:off x="7505700" y="1619250"/>
            <a:ext cx="438150" cy="4381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02EC4959-852D-4C7B-8B08-CC66EB1A53BB}"/>
              </a:ext>
            </a:extLst>
          </p:cNvPr>
          <p:cNvSpPr>
            <a:spLocks xmlns:a="http://schemas.openxmlformats.org/drawingml/2006/main" noGrp="1"/>
          </p:cNvSpPr>
          <p:nvPr/>
        </p:nvSpPr>
        <p:spPr>
          <a:xfrm xmlns:a="http://schemas.openxmlformats.org/drawingml/2006/main">
            <a:off x="8115300" y="1657350"/>
            <a:ext cx="1714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F5F6F8"/>
                </a:solidFill>
                <a:latin typeface="Avenir Next"/>
                <a:ea typeface="Avenir Next"/>
                <a:cs typeface="Avenir Next"/>
              </a:defRPr>
            </a:pPr>
            <a:r>
              <a:rPr sz="1800" b="1">
                <a:solidFill>
                  <a:srgbClr val="F5F6F8"/>
                </a:solidFill>
                <a:latin typeface="Avenir Next"/>
                <a:ea typeface="Avenir Next"/>
                <a:cs typeface="Avenir Next"/>
              </a:rPr>
              <a:t>Focus SISR</a:t>
            </a:r>
          </a:p>
        </p:txBody>
      </p:sp>
      <p:sp>
        <p:nvSpPr>
          <p:cNvPr id="13" name="">
            <a:extLst xmlns:a="http://schemas.openxmlformats.org/drawingml/2006/main">
              <a:ext uri="{FF2B5EF4-FFF2-40B4-BE49-F238E27FC236}">
                <a16:creationId xmlns:a16="http://schemas.microsoft.com/office/drawing/2014/main" id="{C653287A-8EFE-422C-ADA4-D31FD18F6036}"/>
              </a:ext>
            </a:extLst>
          </p:cNvPr>
          <p:cNvSpPr>
            <a:spLocks xmlns:a="http://schemas.openxmlformats.org/drawingml/2006/main" noGrp="1"/>
          </p:cNvSpPr>
          <p:nvPr/>
        </p:nvSpPr>
        <p:spPr>
          <a:xfrm xmlns:a="http://schemas.openxmlformats.org/drawingml/2006/main">
            <a:off x="7505700" y="2247900"/>
            <a:ext cx="2857500" cy="857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88" b="0">
                <a:solidFill>
                  <a:srgbClr val="C8D0DC"/>
                </a:solidFill>
                <a:latin typeface="Avenir Next"/>
                <a:ea typeface="Avenir Next"/>
                <a:cs typeface="Avenir Next"/>
              </a:defRPr>
            </a:pPr>
            <a:r>
              <a:rPr sz="1088" b="0">
                <a:solidFill>
                  <a:srgbClr val="C8D0DC"/>
                </a:solidFill>
                <a:latin typeface="Avenir Next"/>
                <a:ea typeface="Avenir Next"/>
                <a:cs typeface="Avenir Next"/>
              </a:rPr>
              <a:t>Administration Windows, segmentation VLAN, securite reseau et deploiement de solutions adaptees aux contraintes metier.</a:t>
            </a:r>
          </a:p>
        </p:txBody>
      </p:sp>
      <p:sp>
        <p:nvSpPr>
          <p:cNvPr id="14" name="">
            <a:extLst xmlns:a="http://schemas.openxmlformats.org/drawingml/2006/main">
              <a:ext uri="{FF2B5EF4-FFF2-40B4-BE49-F238E27FC236}">
                <a16:creationId xmlns:a16="http://schemas.microsoft.com/office/drawing/2014/main" id="{BD913442-98B9-46F0-9B67-6727F48F5785}"/>
              </a:ext>
            </a:extLst>
          </p:cNvPr>
          <p:cNvSpPr>
            <a:spLocks xmlns:a="http://schemas.openxmlformats.org/drawingml/2006/main" noGrp="1"/>
          </p:cNvSpPr>
          <p:nvPr/>
        </p:nvSpPr>
        <p:spPr>
          <a:xfrm xmlns:a="http://schemas.openxmlformats.org/drawingml/2006/main">
            <a:off x="7505700" y="3295650"/>
            <a:ext cx="66675" cy="66675"/>
          </a:xfrm>
          <a:prstGeom xmlns:a="http://schemas.openxmlformats.org/drawingml/2006/main" prst="ellipse">
            <a:avLst/>
          </a:prstGeom>
          <a:solidFill xmlns:a="http://schemas.openxmlformats.org/drawingml/2006/main">
            <a:srgbClr val="6AA3FF"/>
          </a:solidFill>
          <a:ln xmlns:a="http://schemas.openxmlformats.org/drawingml/2006/main" w="0">
            <a:solidFill>
              <a:srgbClr val="6AA3FF"/>
            </a:solidFill>
            <a:prstDash val="solid"/>
          </a:ln>
        </p:spPr>
      </p:sp>
      <p:sp>
        <p:nvSpPr>
          <p:cNvPr id="15" name="">
            <a:extLst xmlns:a="http://schemas.openxmlformats.org/drawingml/2006/main">
              <a:ext uri="{FF2B5EF4-FFF2-40B4-BE49-F238E27FC236}">
                <a16:creationId xmlns:a16="http://schemas.microsoft.com/office/drawing/2014/main" id="{BB513E14-E8A6-4D08-9029-CA415F931AD9}"/>
              </a:ext>
            </a:extLst>
          </p:cNvPr>
          <p:cNvSpPr>
            <a:spLocks xmlns:a="http://schemas.openxmlformats.org/drawingml/2006/main" noGrp="1"/>
          </p:cNvSpPr>
          <p:nvPr/>
        </p:nvSpPr>
        <p:spPr>
          <a:xfrm xmlns:a="http://schemas.openxmlformats.org/drawingml/2006/main">
            <a:off x="7677150" y="3219450"/>
            <a:ext cx="23050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EAF0F9"/>
                </a:solidFill>
                <a:latin typeface="Avenir Next"/>
                <a:ea typeface="Avenir Next"/>
                <a:cs typeface="Avenir Next"/>
              </a:defRPr>
            </a:pPr>
            <a:r>
              <a:rPr sz="938" b="0">
                <a:solidFill>
                  <a:srgbClr val="EAF0F9"/>
                </a:solidFill>
                <a:latin typeface="Avenir Next"/>
                <a:ea typeface="Avenir Next"/>
                <a:cs typeface="Avenir Next"/>
              </a:rPr>
              <a:t>Administration Windows</a:t>
            </a:r>
          </a:p>
        </p:txBody>
      </p:sp>
      <p:sp>
        <p:nvSpPr>
          <p:cNvPr id="16" name="">
            <a:extLst xmlns:a="http://schemas.openxmlformats.org/drawingml/2006/main">
              <a:ext uri="{FF2B5EF4-FFF2-40B4-BE49-F238E27FC236}">
                <a16:creationId xmlns:a16="http://schemas.microsoft.com/office/drawing/2014/main" id="{5A3A5E32-A603-49A2-A33F-E123FA3FCEB6}"/>
              </a:ext>
            </a:extLst>
          </p:cNvPr>
          <p:cNvSpPr>
            <a:spLocks xmlns:a="http://schemas.openxmlformats.org/drawingml/2006/main" noGrp="1"/>
          </p:cNvSpPr>
          <p:nvPr/>
        </p:nvSpPr>
        <p:spPr>
          <a:xfrm xmlns:a="http://schemas.openxmlformats.org/drawingml/2006/main">
            <a:off x="7505700" y="3562350"/>
            <a:ext cx="66675" cy="66675"/>
          </a:xfrm>
          <a:prstGeom xmlns:a="http://schemas.openxmlformats.org/drawingml/2006/main" prst="ellipse">
            <a:avLst/>
          </a:prstGeom>
          <a:solidFill xmlns:a="http://schemas.openxmlformats.org/drawingml/2006/main">
            <a:srgbClr val="6AA3FF"/>
          </a:solidFill>
          <a:ln xmlns:a="http://schemas.openxmlformats.org/drawingml/2006/main" w="0">
            <a:solidFill>
              <a:srgbClr val="6AA3FF"/>
            </a:solidFill>
            <a:prstDash val="solid"/>
          </a:ln>
        </p:spPr>
      </p:sp>
      <p:sp>
        <p:nvSpPr>
          <p:cNvPr id="17" name="">
            <a:extLst xmlns:a="http://schemas.openxmlformats.org/drawingml/2006/main">
              <a:ext uri="{FF2B5EF4-FFF2-40B4-BE49-F238E27FC236}">
                <a16:creationId xmlns:a16="http://schemas.microsoft.com/office/drawing/2014/main" id="{9ED358B7-4CCA-47BE-B78C-2A979014B761}"/>
              </a:ext>
            </a:extLst>
          </p:cNvPr>
          <p:cNvSpPr>
            <a:spLocks xmlns:a="http://schemas.openxmlformats.org/drawingml/2006/main" noGrp="1"/>
          </p:cNvSpPr>
          <p:nvPr/>
        </p:nvSpPr>
        <p:spPr>
          <a:xfrm xmlns:a="http://schemas.openxmlformats.org/drawingml/2006/main">
            <a:off x="7677150" y="3486150"/>
            <a:ext cx="23050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EAF0F9"/>
                </a:solidFill>
                <a:latin typeface="Avenir Next"/>
                <a:ea typeface="Avenir Next"/>
                <a:cs typeface="Avenir Next"/>
              </a:defRPr>
            </a:pPr>
            <a:r>
              <a:rPr sz="938" b="0">
                <a:solidFill>
                  <a:srgbClr val="EAF0F9"/>
                </a:solidFill>
                <a:latin typeface="Avenir Next"/>
                <a:ea typeface="Avenir Next"/>
                <a:cs typeface="Avenir Next"/>
              </a:rPr>
              <a:t>Segmentation VLAN</a:t>
            </a:r>
          </a:p>
        </p:txBody>
      </p:sp>
      <p:sp>
        <p:nvSpPr>
          <p:cNvPr id="18" name="">
            <a:extLst xmlns:a="http://schemas.openxmlformats.org/drawingml/2006/main">
              <a:ext uri="{FF2B5EF4-FFF2-40B4-BE49-F238E27FC236}">
                <a16:creationId xmlns:a16="http://schemas.microsoft.com/office/drawing/2014/main" id="{D12C0552-B2D7-4D22-9C37-89EB6B8FEBF8}"/>
              </a:ext>
            </a:extLst>
          </p:cNvPr>
          <p:cNvSpPr>
            <a:spLocks xmlns:a="http://schemas.openxmlformats.org/drawingml/2006/main" noGrp="1"/>
          </p:cNvSpPr>
          <p:nvPr/>
        </p:nvSpPr>
        <p:spPr>
          <a:xfrm xmlns:a="http://schemas.openxmlformats.org/drawingml/2006/main">
            <a:off x="7505700" y="3829050"/>
            <a:ext cx="66675" cy="66675"/>
          </a:xfrm>
          <a:prstGeom xmlns:a="http://schemas.openxmlformats.org/drawingml/2006/main" prst="ellipse">
            <a:avLst/>
          </a:prstGeom>
          <a:solidFill xmlns:a="http://schemas.openxmlformats.org/drawingml/2006/main">
            <a:srgbClr val="6AA3FF"/>
          </a:solidFill>
          <a:ln xmlns:a="http://schemas.openxmlformats.org/drawingml/2006/main" w="0">
            <a:solidFill>
              <a:srgbClr val="6AA3FF"/>
            </a:solidFill>
            <a:prstDash val="solid"/>
          </a:ln>
        </p:spPr>
      </p:sp>
      <p:sp>
        <p:nvSpPr>
          <p:cNvPr id="19" name="">
            <a:extLst xmlns:a="http://schemas.openxmlformats.org/drawingml/2006/main">
              <a:ext uri="{FF2B5EF4-FFF2-40B4-BE49-F238E27FC236}">
                <a16:creationId xmlns:a16="http://schemas.microsoft.com/office/drawing/2014/main" id="{A2BECE25-BB16-4E93-BE50-718259CC07B5}"/>
              </a:ext>
            </a:extLst>
          </p:cNvPr>
          <p:cNvSpPr>
            <a:spLocks xmlns:a="http://schemas.openxmlformats.org/drawingml/2006/main" noGrp="1"/>
          </p:cNvSpPr>
          <p:nvPr/>
        </p:nvSpPr>
        <p:spPr>
          <a:xfrm xmlns:a="http://schemas.openxmlformats.org/drawingml/2006/main">
            <a:off x="7677150" y="3752850"/>
            <a:ext cx="23050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EAF0F9"/>
                </a:solidFill>
                <a:latin typeface="Avenir Next"/>
                <a:ea typeface="Avenir Next"/>
                <a:cs typeface="Avenir Next"/>
              </a:defRPr>
            </a:pPr>
            <a:r>
              <a:rPr sz="938" b="0">
                <a:solidFill>
                  <a:srgbClr val="EAF0F9"/>
                </a:solidFill>
                <a:latin typeface="Avenir Next"/>
                <a:ea typeface="Avenir Next"/>
                <a:cs typeface="Avenir Next"/>
              </a:rPr>
              <a:t>Solutions adaptees au metier</a:t>
            </a:r>
          </a:p>
        </p:txBody>
      </p:sp>
      <p:sp>
        <p:nvSpPr>
          <p:cNvPr id="20" name="">
            <a:extLst xmlns:a="http://schemas.openxmlformats.org/drawingml/2006/main">
              <a:ext uri="{FF2B5EF4-FFF2-40B4-BE49-F238E27FC236}">
                <a16:creationId xmlns:a16="http://schemas.microsoft.com/office/drawing/2014/main" id="{ADEE7797-165F-470F-9FF7-6C572DA84E9E}"/>
              </a:ext>
            </a:extLst>
          </p:cNvPr>
          <p:cNvSpPr>
            <a:spLocks xmlns:a="http://schemas.openxmlformats.org/drawingml/2006/main" noGrp="1"/>
          </p:cNvSpPr>
          <p:nvPr/>
        </p:nvSpPr>
        <p:spPr>
          <a:xfrm xmlns:a="http://schemas.openxmlformats.org/drawingml/2006/main">
            <a:off x="7505700" y="4229100"/>
            <a:ext cx="952500" cy="266700"/>
          </a:xfrm>
          <a:prstGeom xmlns:a="http://schemas.openxmlformats.org/drawingml/2006/main" prst="roundRect">
            <a:avLst>
              <a:gd name="adj" fmla="val 28571"/>
            </a:avLst>
          </a:prstGeom>
          <a:solidFill xmlns:a="http://schemas.openxmlformats.org/drawingml/2006/main">
            <a:srgbClr val="6AA3FF">
              <a:alpha val="10196"/>
            </a:srgbClr>
          </a:solidFill>
          <a:ln xmlns:a="http://schemas.openxmlformats.org/drawingml/2006/main" w="9525">
            <a:solidFill>
              <a:srgbClr val="6AA3FF">
                <a:alpha val="26667"/>
              </a:srgbClr>
            </a:solidFill>
            <a:prstDash val="solid"/>
          </a:ln>
        </p:spPr>
      </p:sp>
      <p:sp>
        <p:nvSpPr>
          <p:cNvPr id="21" name="">
            <a:extLst xmlns:a="http://schemas.openxmlformats.org/drawingml/2006/main">
              <a:ext uri="{FF2B5EF4-FFF2-40B4-BE49-F238E27FC236}">
                <a16:creationId xmlns:a16="http://schemas.microsoft.com/office/drawing/2014/main" id="{BACFA5F3-E83B-4C54-B33A-3ECBDCA6E7F9}"/>
              </a:ext>
            </a:extLst>
          </p:cNvPr>
          <p:cNvSpPr>
            <a:spLocks xmlns:a="http://schemas.openxmlformats.org/drawingml/2006/main" noGrp="1"/>
          </p:cNvSpPr>
          <p:nvPr/>
        </p:nvSpPr>
        <p:spPr>
          <a:xfrm xmlns:a="http://schemas.openxmlformats.org/drawingml/2006/main">
            <a:off x="7620000" y="4295775"/>
            <a:ext cx="7239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75" b="1">
                <a:solidFill>
                  <a:srgbClr val="EAF0F9"/>
                </a:solidFill>
                <a:latin typeface="Avenir Next"/>
                <a:ea typeface="Avenir Next"/>
                <a:cs typeface="Avenir Next"/>
              </a:defRPr>
            </a:pPr>
            <a:r>
              <a:rPr sz="675" b="1">
                <a:solidFill>
                  <a:srgbClr val="EAF0F9"/>
                </a:solidFill>
                <a:latin typeface="Avenir Next"/>
                <a:ea typeface="Avenir Next"/>
                <a:cs typeface="Avenir Next"/>
              </a:rPr>
              <a:t>Windows Server</a:t>
            </a:r>
          </a:p>
        </p:txBody>
      </p:sp>
      <p:sp>
        <p:nvSpPr>
          <p:cNvPr id="22" name="">
            <a:extLst xmlns:a="http://schemas.openxmlformats.org/drawingml/2006/main">
              <a:ext uri="{FF2B5EF4-FFF2-40B4-BE49-F238E27FC236}">
                <a16:creationId xmlns:a16="http://schemas.microsoft.com/office/drawing/2014/main" id="{E883F5C0-62C7-4679-93DD-439B33902957}"/>
              </a:ext>
            </a:extLst>
          </p:cNvPr>
          <p:cNvSpPr>
            <a:spLocks xmlns:a="http://schemas.openxmlformats.org/drawingml/2006/main" noGrp="1"/>
          </p:cNvSpPr>
          <p:nvPr/>
        </p:nvSpPr>
        <p:spPr>
          <a:xfrm xmlns:a="http://schemas.openxmlformats.org/drawingml/2006/main">
            <a:off x="8553450" y="4229100"/>
            <a:ext cx="952500" cy="266700"/>
          </a:xfrm>
          <a:prstGeom xmlns:a="http://schemas.openxmlformats.org/drawingml/2006/main" prst="roundRect">
            <a:avLst>
              <a:gd name="adj" fmla="val 28571"/>
            </a:avLst>
          </a:prstGeom>
          <a:solidFill xmlns:a="http://schemas.openxmlformats.org/drawingml/2006/main">
            <a:srgbClr val="6AA3FF">
              <a:alpha val="10196"/>
            </a:srgbClr>
          </a:solidFill>
          <a:ln xmlns:a="http://schemas.openxmlformats.org/drawingml/2006/main" w="9525">
            <a:solidFill>
              <a:srgbClr val="6AA3FF">
                <a:alpha val="26667"/>
              </a:srgbClr>
            </a:solidFill>
            <a:prstDash val="solid"/>
          </a:ln>
        </p:spPr>
      </p:sp>
      <p:sp>
        <p:nvSpPr>
          <p:cNvPr id="23" name="">
            <a:extLst xmlns:a="http://schemas.openxmlformats.org/drawingml/2006/main">
              <a:ext uri="{FF2B5EF4-FFF2-40B4-BE49-F238E27FC236}">
                <a16:creationId xmlns:a16="http://schemas.microsoft.com/office/drawing/2014/main" id="{790DFBF5-FB25-447D-A8BC-41A6A54A5247}"/>
              </a:ext>
            </a:extLst>
          </p:cNvPr>
          <p:cNvSpPr>
            <a:spLocks xmlns:a="http://schemas.openxmlformats.org/drawingml/2006/main" noGrp="1"/>
          </p:cNvSpPr>
          <p:nvPr/>
        </p:nvSpPr>
        <p:spPr>
          <a:xfrm xmlns:a="http://schemas.openxmlformats.org/drawingml/2006/main">
            <a:off x="8667750" y="4295775"/>
            <a:ext cx="7239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75" b="1">
                <a:solidFill>
                  <a:srgbClr val="EAF0F9"/>
                </a:solidFill>
                <a:latin typeface="Avenir Next"/>
                <a:ea typeface="Avenir Next"/>
                <a:cs typeface="Avenir Next"/>
              </a:defRPr>
            </a:pPr>
            <a:r>
              <a:rPr sz="675" b="1">
                <a:solidFill>
                  <a:srgbClr val="EAF0F9"/>
                </a:solidFill>
                <a:latin typeface="Avenir Next"/>
                <a:ea typeface="Avenir Next"/>
                <a:cs typeface="Avenir Next"/>
              </a:rPr>
              <a:t>Reseaux</a:t>
            </a:r>
          </a:p>
        </p:txBody>
      </p:sp>
      <p:sp>
        <p:nvSpPr>
          <p:cNvPr id="24" name="">
            <a:extLst xmlns:a="http://schemas.openxmlformats.org/drawingml/2006/main">
              <a:ext uri="{FF2B5EF4-FFF2-40B4-BE49-F238E27FC236}">
                <a16:creationId xmlns:a16="http://schemas.microsoft.com/office/drawing/2014/main" id="{E41F808F-8784-4393-BE8E-9B35D64776A3}"/>
              </a:ext>
            </a:extLst>
          </p:cNvPr>
          <p:cNvSpPr>
            <a:spLocks xmlns:a="http://schemas.openxmlformats.org/drawingml/2006/main" noGrp="1"/>
          </p:cNvSpPr>
          <p:nvPr/>
        </p:nvSpPr>
        <p:spPr>
          <a:xfrm xmlns:a="http://schemas.openxmlformats.org/drawingml/2006/main">
            <a:off x="9601200" y="4229100"/>
            <a:ext cx="952500" cy="266700"/>
          </a:xfrm>
          <a:prstGeom xmlns:a="http://schemas.openxmlformats.org/drawingml/2006/main" prst="roundRect">
            <a:avLst>
              <a:gd name="adj" fmla="val 28571"/>
            </a:avLst>
          </a:prstGeom>
          <a:solidFill xmlns:a="http://schemas.openxmlformats.org/drawingml/2006/main">
            <a:srgbClr val="6AA3FF">
              <a:alpha val="10196"/>
            </a:srgbClr>
          </a:solidFill>
          <a:ln xmlns:a="http://schemas.openxmlformats.org/drawingml/2006/main" w="9525">
            <a:solidFill>
              <a:srgbClr val="6AA3FF">
                <a:alpha val="26667"/>
              </a:srgbClr>
            </a:solidFill>
            <a:prstDash val="solid"/>
          </a:ln>
        </p:spPr>
      </p:sp>
      <p:sp>
        <p:nvSpPr>
          <p:cNvPr id="25" name="">
            <a:extLst xmlns:a="http://schemas.openxmlformats.org/drawingml/2006/main">
              <a:ext uri="{FF2B5EF4-FFF2-40B4-BE49-F238E27FC236}">
                <a16:creationId xmlns:a16="http://schemas.microsoft.com/office/drawing/2014/main" id="{69FECA15-ABC5-4A2E-9583-F75543FFD8DC}"/>
              </a:ext>
            </a:extLst>
          </p:cNvPr>
          <p:cNvSpPr>
            <a:spLocks xmlns:a="http://schemas.openxmlformats.org/drawingml/2006/main" noGrp="1"/>
          </p:cNvSpPr>
          <p:nvPr/>
        </p:nvSpPr>
        <p:spPr>
          <a:xfrm xmlns:a="http://schemas.openxmlformats.org/drawingml/2006/main">
            <a:off x="9715500" y="4295775"/>
            <a:ext cx="7239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75" b="1">
                <a:solidFill>
                  <a:srgbClr val="EAF0F9"/>
                </a:solidFill>
                <a:latin typeface="Avenir Next"/>
                <a:ea typeface="Avenir Next"/>
                <a:cs typeface="Avenir Next"/>
              </a:defRPr>
            </a:pPr>
            <a:r>
              <a:rPr sz="675" b="1">
                <a:solidFill>
                  <a:srgbClr val="EAF0F9"/>
                </a:solidFill>
                <a:latin typeface="Avenir Next"/>
                <a:ea typeface="Avenir Next"/>
                <a:cs typeface="Avenir Next"/>
              </a:rPr>
              <a:t>Securite</a:t>
            </a:r>
          </a:p>
        </p:txBody>
      </p:sp>
      <p:sp>
        <p:nvSpPr>
          <p:cNvPr id="26" name="">
            <a:extLst xmlns:a="http://schemas.openxmlformats.org/drawingml/2006/main">
              <a:ext uri="{FF2B5EF4-FFF2-40B4-BE49-F238E27FC236}">
                <a16:creationId xmlns:a16="http://schemas.microsoft.com/office/drawing/2014/main" id="{EAED9A6B-E6C3-40C7-833E-05599F921826}"/>
              </a:ext>
            </a:extLst>
          </p:cNvPr>
          <p:cNvSpPr>
            <a:spLocks xmlns:a="http://schemas.openxmlformats.org/drawingml/2006/main" noGrp="1"/>
          </p:cNvSpPr>
          <p:nvPr/>
        </p:nvSpPr>
        <p:spPr>
          <a:xfrm xmlns:a="http://schemas.openxmlformats.org/drawingml/2006/main">
            <a:off x="723900" y="5295900"/>
            <a:ext cx="3333750" cy="666750"/>
          </a:xfrm>
          <a:prstGeom xmlns:a="http://schemas.openxmlformats.org/drawingml/2006/main" prst="roundRect">
            <a:avLst>
              <a:gd name="adj" fmla="val 11429"/>
            </a:avLst>
          </a:prstGeom>
          <a:solidFill xmlns:a="http://schemas.openxmlformats.org/drawingml/2006/main">
            <a:srgbClr val="1C2532"/>
          </a:solidFill>
          <a:ln xmlns:a="http://schemas.openxmlformats.org/drawingml/2006/main" w="9525">
            <a:solidFill>
              <a:srgbClr val="314055"/>
            </a:solidFill>
            <a:prstDash val="solid"/>
          </a:ln>
        </p:spPr>
      </p:sp>
      <p:sp>
        <p:nvSpPr>
          <p:cNvPr id="27" name="">
            <a:extLst xmlns:a="http://schemas.openxmlformats.org/drawingml/2006/main">
              <a:ext uri="{FF2B5EF4-FFF2-40B4-BE49-F238E27FC236}">
                <a16:creationId xmlns:a16="http://schemas.microsoft.com/office/drawing/2014/main" id="{121FCE60-A2E4-4A92-A6E5-38948B1BAFBC}"/>
              </a:ext>
            </a:extLst>
          </p:cNvPr>
          <p:cNvSpPr>
            <a:spLocks xmlns:a="http://schemas.openxmlformats.org/drawingml/2006/main" noGrp="1"/>
          </p:cNvSpPr>
          <p:nvPr/>
        </p:nvSpPr>
        <p:spPr>
          <a:xfrm xmlns:a="http://schemas.openxmlformats.org/drawingml/2006/main">
            <a:off x="933450" y="5467350"/>
            <a:ext cx="1714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6AA3FF"/>
                </a:solidFill>
                <a:latin typeface="Avenir Next"/>
                <a:ea typeface="Avenir Next"/>
                <a:cs typeface="Avenir Next"/>
              </a:defRPr>
            </a:pPr>
            <a:r>
              <a:rPr sz="750" b="1">
                <a:solidFill>
                  <a:srgbClr val="6AA3FF"/>
                </a:solidFill>
                <a:latin typeface="Avenir Next"/>
                <a:ea typeface="Avenir Next"/>
                <a:cs typeface="Avenir Next"/>
              </a:rPr>
              <a:t>Support d'oral de secours</a:t>
            </a:r>
          </a:p>
        </p:txBody>
      </p:sp>
      <p:sp>
        <p:nvSpPr>
          <p:cNvPr id="28" name="">
            <a:extLst xmlns:a="http://schemas.openxmlformats.org/drawingml/2006/main">
              <a:ext uri="{FF2B5EF4-FFF2-40B4-BE49-F238E27FC236}">
                <a16:creationId xmlns:a16="http://schemas.microsoft.com/office/drawing/2014/main" id="{950BBD77-0961-402E-9F79-6C9C0DCE79A3}"/>
              </a:ext>
            </a:extLst>
          </p:cNvPr>
          <p:cNvSpPr>
            <a:spLocks xmlns:a="http://schemas.openxmlformats.org/drawingml/2006/main" noGrp="1"/>
          </p:cNvSpPr>
          <p:nvPr/>
        </p:nvSpPr>
        <p:spPr>
          <a:xfrm xmlns:a="http://schemas.openxmlformats.org/drawingml/2006/main">
            <a:off x="933450" y="5676900"/>
            <a:ext cx="27813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C8D0DC"/>
                </a:solidFill>
                <a:latin typeface="Avenir Next"/>
                <a:ea typeface="Avenir Next"/>
                <a:cs typeface="Avenir Next"/>
              </a:defRPr>
            </a:pPr>
            <a:r>
              <a:rPr sz="900" b="0">
                <a:solidFill>
                  <a:srgbClr val="C8D0DC"/>
                </a:solidFill>
                <a:latin typeface="Avenir Next"/>
                <a:ea typeface="Avenir Next"/>
                <a:cs typeface="Avenir Next"/>
              </a:rPr>
              <a:t>Presentation compatible Keynote en cas de probleme sur le portfolio web.</a:t>
            </a:r>
          </a:p>
        </p:txBody>
      </p:sp>
      <p:sp>
        <p:nvSpPr>
          <p:cNvPr id="29" name="">
            <a:extLst xmlns:a="http://schemas.openxmlformats.org/drawingml/2006/main">
              <a:ext uri="{FF2B5EF4-FFF2-40B4-BE49-F238E27FC236}">
                <a16:creationId xmlns:a16="http://schemas.microsoft.com/office/drawing/2014/main" id="{3681064F-481E-4892-9F20-D3A539EE5F62}"/>
              </a:ext>
            </a:extLst>
          </p:cNvPr>
          <p:cNvSpPr>
            <a:spLocks xmlns:a="http://schemas.openxmlformats.org/drawingml/2006/main" noGrp="1"/>
          </p:cNvSpPr>
          <p:nvPr/>
        </p:nvSpPr>
        <p:spPr>
          <a:xfrm xmlns:a="http://schemas.openxmlformats.org/drawingml/2006/main">
            <a:off x="666750" y="6438900"/>
            <a:ext cx="10858500" cy="9525"/>
          </a:xfrm>
          <a:prstGeom xmlns:a="http://schemas.openxmlformats.org/drawingml/2006/main" prst="rect">
            <a:avLst/>
          </a:prstGeom>
          <a:solidFill xmlns:a="http://schemas.openxmlformats.org/drawingml/2006/main">
            <a:srgbClr val="3A475C">
              <a:alpha val="66667"/>
            </a:srgbClr>
          </a:solidFill>
          <a:ln xmlns:a="http://schemas.openxmlformats.org/drawingml/2006/main" w="0">
            <a:solidFill>
              <a:srgbClr val="3A475C">
                <a:alpha val="66667"/>
              </a:srgbClr>
            </a:solidFill>
            <a:prstDash val="solid"/>
          </a:ln>
        </p:spPr>
      </p:sp>
      <p:sp>
        <p:nvSpPr>
          <p:cNvPr id="30" name="">
            <a:extLst xmlns:a="http://schemas.openxmlformats.org/drawingml/2006/main">
              <a:ext uri="{FF2B5EF4-FFF2-40B4-BE49-F238E27FC236}">
                <a16:creationId xmlns:a16="http://schemas.microsoft.com/office/drawing/2014/main" id="{63203CB9-7FFE-4BA3-8C5E-1468E3C0E848}"/>
              </a:ext>
            </a:extLst>
          </p:cNvPr>
          <p:cNvSpPr>
            <a:spLocks xmlns:a="http://schemas.openxmlformats.org/drawingml/2006/main" noGrp="1"/>
          </p:cNvSpPr>
          <p:nvPr/>
        </p:nvSpPr>
        <p:spPr>
          <a:xfrm xmlns:a="http://schemas.openxmlformats.org/drawingml/2006/main">
            <a:off x="666750" y="6534150"/>
            <a:ext cx="8572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C8D0DC"/>
                </a:solidFill>
                <a:latin typeface="Avenir Next"/>
                <a:ea typeface="Avenir Next"/>
                <a:cs typeface="Avenir Next"/>
              </a:defRPr>
            </a:pPr>
            <a:r>
              <a:rPr sz="638" b="0">
                <a:solidFill>
                  <a:srgbClr val="C8D0DC"/>
                </a:solidFill>
                <a:latin typeface="Avenir Next"/>
                <a:ea typeface="Avenir Next"/>
                <a:cs typeface="Avenir Next"/>
              </a:rPr>
              <a:t>Presentation de secours inspiree du portfolio web</a:t>
            </a:r>
          </a:p>
        </p:txBody>
      </p:sp>
      <p:sp>
        <p:nvSpPr>
          <p:cNvPr id="31" name="">
            <a:extLst xmlns:a="http://schemas.openxmlformats.org/drawingml/2006/main">
              <a:ext uri="{FF2B5EF4-FFF2-40B4-BE49-F238E27FC236}">
                <a16:creationId xmlns:a16="http://schemas.microsoft.com/office/drawing/2014/main" id="{954A9717-A985-4010-B21E-084489650852}"/>
              </a:ext>
            </a:extLst>
          </p:cNvPr>
          <p:cNvSpPr>
            <a:spLocks xmlns:a="http://schemas.openxmlformats.org/drawingml/2006/main" noGrp="1"/>
          </p:cNvSpPr>
          <p:nvPr/>
        </p:nvSpPr>
        <p:spPr>
          <a:xfrm xmlns:a="http://schemas.openxmlformats.org/drawingml/2006/main">
            <a:off x="11049000" y="6496050"/>
            <a:ext cx="4762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825" b="1">
                <a:solidFill>
                  <a:srgbClr val="C8D0DC"/>
                </a:solidFill>
                <a:latin typeface="Avenir Next"/>
                <a:ea typeface="Avenir Next"/>
                <a:cs typeface="Avenir Next"/>
              </a:defRPr>
            </a:pPr>
            <a:r>
              <a:rPr sz="825" b="1">
                <a:solidFill>
                  <a:srgbClr val="C8D0DC"/>
                </a:solidFill>
                <a:latin typeface="Avenir Next"/>
                <a:ea typeface="Avenir Next"/>
                <a:cs typeface="Avenir Next"/>
              </a:rPr>
              <a:t>01</a:t>
            </a:r>
          </a:p>
        </p:txBody>
      </p:sp>
    </p:spTree>
    <p:extLst>
      <p:ext uri="{BB962C8B-B14F-4D97-AF65-F5344CB8AC3E}">
        <p14:creationId xmlns:p14="http://schemas.microsoft.com/office/powerpoint/2010/main" val="2093459003"/>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3F06F73-1DAB-4DCD-A45E-1EBC0161121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41922"/>
          </a:solidFill>
          <a:ln xmlns:a="http://schemas.openxmlformats.org/drawingml/2006/main" w="0">
            <a:solidFill>
              <a:srgbClr val="141922"/>
            </a:solidFill>
            <a:prstDash val="solid"/>
          </a:ln>
        </p:spPr>
      </p:sp>
      <p:sp>
        <p:nvSpPr>
          <p:cNvPr id="2" name="">
            <a:extLst xmlns:a="http://schemas.openxmlformats.org/drawingml/2006/main">
              <a:ext uri="{FF2B5EF4-FFF2-40B4-BE49-F238E27FC236}">
                <a16:creationId xmlns:a16="http://schemas.microsoft.com/office/drawing/2014/main" id="{D124B91C-48A5-4182-847E-1A569C23A65C}"/>
              </a:ext>
            </a:extLst>
          </p:cNvPr>
          <p:cNvSpPr>
            <a:spLocks xmlns:a="http://schemas.openxmlformats.org/drawingml/2006/main" noGrp="1"/>
          </p:cNvSpPr>
          <p:nvPr/>
        </p:nvSpPr>
        <p:spPr>
          <a:xfrm xmlns:a="http://schemas.openxmlformats.org/drawingml/2006/main">
            <a:off x="-857250" y="-1428750"/>
            <a:ext cx="4953000" cy="4953000"/>
          </a:xfrm>
          <a:prstGeom xmlns:a="http://schemas.openxmlformats.org/drawingml/2006/main" prst="ellipse">
            <a:avLst/>
          </a:prstGeom>
          <a:solidFill xmlns:a="http://schemas.openxmlformats.org/drawingml/2006/main">
            <a:srgbClr val="6AA3FF">
              <a:alpha val="8627"/>
            </a:srgbClr>
          </a:solidFill>
          <a:ln xmlns:a="http://schemas.openxmlformats.org/drawingml/2006/main" w="0">
            <a:solidFill>
              <a:srgbClr val="6AA3FF">
                <a:alpha val="0"/>
              </a:srgbClr>
            </a:solidFill>
            <a:prstDash val="solid"/>
          </a:ln>
        </p:spPr>
      </p:sp>
      <p:sp>
        <p:nvSpPr>
          <p:cNvPr id="3" name="">
            <a:extLst xmlns:a="http://schemas.openxmlformats.org/drawingml/2006/main">
              <a:ext uri="{FF2B5EF4-FFF2-40B4-BE49-F238E27FC236}">
                <a16:creationId xmlns:a16="http://schemas.microsoft.com/office/drawing/2014/main" id="{EB15FD9A-3F82-49EB-8B8C-15EC06ECE856}"/>
              </a:ext>
            </a:extLst>
          </p:cNvPr>
          <p:cNvSpPr>
            <a:spLocks xmlns:a="http://schemas.openxmlformats.org/drawingml/2006/main" noGrp="1"/>
          </p:cNvSpPr>
          <p:nvPr/>
        </p:nvSpPr>
        <p:spPr>
          <a:xfrm xmlns:a="http://schemas.openxmlformats.org/drawingml/2006/main">
            <a:off x="8953500" y="-1143000"/>
            <a:ext cx="4000500" cy="4000500"/>
          </a:xfrm>
          <a:prstGeom xmlns:a="http://schemas.openxmlformats.org/drawingml/2006/main" prst="ellipse">
            <a:avLst/>
          </a:prstGeom>
          <a:solidFill xmlns:a="http://schemas.openxmlformats.org/drawingml/2006/main">
            <a:srgbClr val="8AB6FF">
              <a:alpha val="6275"/>
            </a:srgbClr>
          </a:solidFill>
          <a:ln xmlns:a="http://schemas.openxmlformats.org/drawingml/2006/main" w="0">
            <a:solidFill>
              <a:srgbClr val="8AB6FF">
                <a:alpha val="0"/>
              </a:srgbClr>
            </a:solidFill>
            <a:prstDash val="solid"/>
          </a:ln>
        </p:spPr>
      </p:sp>
      <p:sp>
        <p:nvSpPr>
          <p:cNvPr id="4" name="">
            <a:extLst xmlns:a="http://schemas.openxmlformats.org/drawingml/2006/main">
              <a:ext uri="{FF2B5EF4-FFF2-40B4-BE49-F238E27FC236}">
                <a16:creationId xmlns:a16="http://schemas.microsoft.com/office/drawing/2014/main" id="{A054A04F-9CB2-4702-894E-E68801B1D996}"/>
              </a:ext>
            </a:extLst>
          </p:cNvPr>
          <p:cNvSpPr>
            <a:spLocks xmlns:a="http://schemas.openxmlformats.org/drawingml/2006/main" noGrp="1"/>
          </p:cNvSpPr>
          <p:nvPr/>
        </p:nvSpPr>
        <p:spPr>
          <a:xfrm xmlns:a="http://schemas.openxmlformats.org/drawingml/2006/main">
            <a:off x="8763000" y="4476750"/>
            <a:ext cx="3429000" cy="2476500"/>
          </a:xfrm>
          <a:prstGeom xmlns:a="http://schemas.openxmlformats.org/drawingml/2006/main" prst="ellipse">
            <a:avLst/>
          </a:prstGeom>
          <a:solidFill xmlns:a="http://schemas.openxmlformats.org/drawingml/2006/main">
            <a:srgbClr val="6AA3FF">
              <a:alpha val="6275"/>
            </a:srgbClr>
          </a:solidFill>
          <a:ln xmlns:a="http://schemas.openxmlformats.org/drawingml/2006/main" w="0">
            <a:solidFill>
              <a:srgbClr val="6AA3FF">
                <a:alpha val="0"/>
              </a:srgbClr>
            </a:solidFill>
            <a:prstDash val="solid"/>
          </a:ln>
        </p:spPr>
      </p:sp>
      <p:sp>
        <p:nvSpPr>
          <p:cNvPr id="5" name="">
            <a:extLst xmlns:a="http://schemas.openxmlformats.org/drawingml/2006/main">
              <a:ext uri="{FF2B5EF4-FFF2-40B4-BE49-F238E27FC236}">
                <a16:creationId xmlns:a16="http://schemas.microsoft.com/office/drawing/2014/main" id="{09294612-1934-4EF4-8E1B-7B75AAAE557C}"/>
              </a:ext>
            </a:extLst>
          </p:cNvPr>
          <p:cNvSpPr>
            <a:spLocks xmlns:a="http://schemas.openxmlformats.org/drawingml/2006/main" noGrp="1"/>
          </p:cNvSpPr>
          <p:nvPr/>
        </p:nvSpPr>
        <p:spPr>
          <a:xfrm xmlns:a="http://schemas.openxmlformats.org/drawingml/2006/main">
            <a:off x="666750" y="476250"/>
            <a:ext cx="4381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6AA3FF"/>
                </a:solidFill>
                <a:latin typeface="Avenir Next"/>
                <a:ea typeface="Avenir Next"/>
                <a:cs typeface="Avenir Next"/>
              </a:defRPr>
            </a:pPr>
            <a:r>
              <a:rPr sz="750" b="1">
                <a:solidFill>
                  <a:srgbClr val="6AA3FF"/>
                </a:solidFill>
                <a:latin typeface="Avenir Next"/>
                <a:ea typeface="Avenir Next"/>
                <a:cs typeface="Avenir Next"/>
              </a:rPr>
              <a:t>A PROPOS</a:t>
            </a:r>
          </a:p>
        </p:txBody>
      </p:sp>
      <p:sp>
        <p:nvSpPr>
          <p:cNvPr id="6" name="">
            <a:extLst xmlns:a="http://schemas.openxmlformats.org/drawingml/2006/main">
              <a:ext uri="{FF2B5EF4-FFF2-40B4-BE49-F238E27FC236}">
                <a16:creationId xmlns:a16="http://schemas.microsoft.com/office/drawing/2014/main" id="{497AA344-6FED-4221-9D30-CF5D97C0DD8C}"/>
              </a:ext>
            </a:extLst>
          </p:cNvPr>
          <p:cNvSpPr>
            <a:spLocks xmlns:a="http://schemas.openxmlformats.org/drawingml/2006/main" noGrp="1"/>
          </p:cNvSpPr>
          <p:nvPr/>
        </p:nvSpPr>
        <p:spPr>
          <a:xfrm xmlns:a="http://schemas.openxmlformats.org/drawingml/2006/main">
            <a:off x="666750" y="742950"/>
            <a:ext cx="72390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75" b="1">
                <a:solidFill>
                  <a:srgbClr val="F5F6F8"/>
                </a:solidFill>
                <a:latin typeface="Avenir Next"/>
                <a:ea typeface="Avenir Next"/>
                <a:cs typeface="Avenir Next"/>
              </a:defRPr>
            </a:pPr>
            <a:r>
              <a:rPr sz="2175" b="1">
                <a:solidFill>
                  <a:srgbClr val="F5F6F8"/>
                </a:solidFill>
                <a:latin typeface="Avenir Next"/>
                <a:ea typeface="Avenir Next"/>
                <a:cs typeface="Avenir Next"/>
              </a:rPr>
              <a:t>Profil</a:t>
            </a:r>
          </a:p>
        </p:txBody>
      </p:sp>
      <p:sp>
        <p:nvSpPr>
          <p:cNvPr id="7" name="">
            <a:extLst xmlns:a="http://schemas.openxmlformats.org/drawingml/2006/main">
              <a:ext uri="{FF2B5EF4-FFF2-40B4-BE49-F238E27FC236}">
                <a16:creationId xmlns:a16="http://schemas.microsoft.com/office/drawing/2014/main" id="{045F63B5-AAC9-425E-862F-CE8F88E3500E}"/>
              </a:ext>
            </a:extLst>
          </p:cNvPr>
          <p:cNvSpPr>
            <a:spLocks xmlns:a="http://schemas.openxmlformats.org/drawingml/2006/main" noGrp="1"/>
          </p:cNvSpPr>
          <p:nvPr/>
        </p:nvSpPr>
        <p:spPr>
          <a:xfrm xmlns:a="http://schemas.openxmlformats.org/drawingml/2006/main">
            <a:off x="666750" y="1295400"/>
            <a:ext cx="74295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0">
                <a:solidFill>
                  <a:srgbClr val="C8D0DC"/>
                </a:solidFill>
                <a:latin typeface="Avenir Next"/>
                <a:ea typeface="Avenir Next"/>
                <a:cs typeface="Avenir Next"/>
              </a:defRPr>
            </a:pPr>
            <a:r>
              <a:rPr sz="1013" b="0">
                <a:solidFill>
                  <a:srgbClr val="C8D0DC"/>
                </a:solidFill>
                <a:latin typeface="Avenir Next"/>
                <a:ea typeface="Avenir Next"/>
                <a:cs typeface="Avenir Next"/>
              </a:rPr>
              <a:t>Un profil SISR construit autour des infrastructures, de la rigueur et de la montee en competences.</a:t>
            </a:r>
          </a:p>
        </p:txBody>
      </p:sp>
      <p:sp>
        <p:nvSpPr>
          <p:cNvPr id="8" name="">
            <a:extLst xmlns:a="http://schemas.openxmlformats.org/drawingml/2006/main">
              <a:ext uri="{FF2B5EF4-FFF2-40B4-BE49-F238E27FC236}">
                <a16:creationId xmlns:a16="http://schemas.microsoft.com/office/drawing/2014/main" id="{64414803-7D77-41E7-A3CA-541C7C40635B}"/>
              </a:ext>
            </a:extLst>
          </p:cNvPr>
          <p:cNvSpPr>
            <a:spLocks xmlns:a="http://schemas.openxmlformats.org/drawingml/2006/main" noGrp="1"/>
          </p:cNvSpPr>
          <p:nvPr/>
        </p:nvSpPr>
        <p:spPr>
          <a:xfrm xmlns:a="http://schemas.openxmlformats.org/drawingml/2006/main">
            <a:off x="666750" y="1962150"/>
            <a:ext cx="5810250" cy="3429000"/>
          </a:xfrm>
          <a:prstGeom xmlns:a="http://schemas.openxmlformats.org/drawingml/2006/main" prst="roundRect">
            <a:avLst>
              <a:gd name="adj" fmla="val 2222"/>
            </a:avLst>
          </a:prstGeom>
          <a:solidFill xmlns:a="http://schemas.openxmlformats.org/drawingml/2006/main">
            <a:srgbClr val="1B2431"/>
          </a:solidFill>
          <a:ln xmlns:a="http://schemas.openxmlformats.org/drawingml/2006/main" w="9525">
            <a:solidFill>
              <a:srgbClr val="34445A"/>
            </a:solidFill>
            <a:prstDash val="solid"/>
          </a:ln>
        </p:spPr>
      </p:sp>
      <p:sp>
        <p:nvSpPr>
          <p:cNvPr id="9" name="">
            <a:extLst xmlns:a="http://schemas.openxmlformats.org/drawingml/2006/main">
              <a:ext uri="{FF2B5EF4-FFF2-40B4-BE49-F238E27FC236}">
                <a16:creationId xmlns:a16="http://schemas.microsoft.com/office/drawing/2014/main" id="{B15AC881-63BE-49C7-B288-E960D6CD02B9}"/>
              </a:ext>
            </a:extLst>
          </p:cNvPr>
          <p:cNvSpPr>
            <a:spLocks xmlns:a="http://schemas.openxmlformats.org/drawingml/2006/main" noGrp="1"/>
          </p:cNvSpPr>
          <p:nvPr/>
        </p:nvSpPr>
        <p:spPr>
          <a:xfrm xmlns:a="http://schemas.openxmlformats.org/drawingml/2006/main">
            <a:off x="914400" y="2247900"/>
            <a:ext cx="5334000" cy="1619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63" b="0">
                <a:solidFill>
                  <a:srgbClr val="C8D0DC"/>
                </a:solidFill>
                <a:latin typeface="Avenir Next"/>
                <a:ea typeface="Avenir Next"/>
                <a:cs typeface="Avenir Next"/>
              </a:defRPr>
            </a:pPr>
            <a:r>
              <a:rPr sz="1163" b="0">
                <a:solidFill>
                  <a:srgbClr val="C8D0DC"/>
                </a:solidFill>
                <a:latin typeface="Avenir Next"/>
                <a:ea typeface="Avenir Next"/>
                <a:cs typeface="Avenir Next"/>
              </a:rPr>
              <a:t>Je m'appelle Luca Duhamel, j'ai 22 ans et je suis actuellement en deuxieme annee de BTS SIO, option SISR. Avant de me tourner vers l'informatique, j'ai suivi un parcours scientifique et medical. Mes experiences m'ont apporte rigueur, sens des procedures et logique de service, des qualites que je reinvestis aujourd'hui dans les systemes et reseaux.</a:t>
            </a:r>
          </a:p>
        </p:txBody>
      </p:sp>
      <p:sp>
        <p:nvSpPr>
          <p:cNvPr id="10" name="">
            <a:extLst xmlns:a="http://schemas.openxmlformats.org/drawingml/2006/main">
              <a:ext uri="{FF2B5EF4-FFF2-40B4-BE49-F238E27FC236}">
                <a16:creationId xmlns:a16="http://schemas.microsoft.com/office/drawing/2014/main" id="{A58578AF-936D-45C0-BD9F-4269FCD7F95F}"/>
              </a:ext>
            </a:extLst>
          </p:cNvPr>
          <p:cNvSpPr>
            <a:spLocks xmlns:a="http://schemas.openxmlformats.org/drawingml/2006/main" noGrp="1"/>
          </p:cNvSpPr>
          <p:nvPr/>
        </p:nvSpPr>
        <p:spPr>
          <a:xfrm xmlns:a="http://schemas.openxmlformats.org/drawingml/2006/main">
            <a:off x="914400" y="4076700"/>
            <a:ext cx="1714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F5F6F8"/>
                </a:solidFill>
                <a:latin typeface="Avenir Next"/>
                <a:ea typeface="Avenir Next"/>
                <a:cs typeface="Avenir Next"/>
              </a:defRPr>
            </a:pPr>
            <a:r>
              <a:rPr sz="1050" b="1">
                <a:solidFill>
                  <a:srgbClr val="F5F6F8"/>
                </a:solidFill>
                <a:latin typeface="Avenir Next"/>
                <a:ea typeface="Avenir Next"/>
                <a:cs typeface="Avenir Next"/>
              </a:rPr>
              <a:t>Points cles</a:t>
            </a:r>
          </a:p>
        </p:txBody>
      </p:sp>
      <p:sp>
        <p:nvSpPr>
          <p:cNvPr id="11" name="">
            <a:extLst xmlns:a="http://schemas.openxmlformats.org/drawingml/2006/main">
              <a:ext uri="{FF2B5EF4-FFF2-40B4-BE49-F238E27FC236}">
                <a16:creationId xmlns:a16="http://schemas.microsoft.com/office/drawing/2014/main" id="{9FD5AD77-FAB5-4110-A273-4E50B282C492}"/>
              </a:ext>
            </a:extLst>
          </p:cNvPr>
          <p:cNvSpPr>
            <a:spLocks xmlns:a="http://schemas.openxmlformats.org/drawingml/2006/main" noGrp="1"/>
          </p:cNvSpPr>
          <p:nvPr/>
        </p:nvSpPr>
        <p:spPr>
          <a:xfrm xmlns:a="http://schemas.openxmlformats.org/drawingml/2006/main">
            <a:off x="914400" y="4438650"/>
            <a:ext cx="66675" cy="66675"/>
          </a:xfrm>
          <a:prstGeom xmlns:a="http://schemas.openxmlformats.org/drawingml/2006/main" prst="ellipse">
            <a:avLst/>
          </a:prstGeom>
          <a:solidFill xmlns:a="http://schemas.openxmlformats.org/drawingml/2006/main">
            <a:srgbClr val="6AA3FF"/>
          </a:solidFill>
          <a:ln xmlns:a="http://schemas.openxmlformats.org/drawingml/2006/main" w="0">
            <a:solidFill>
              <a:srgbClr val="6AA3FF"/>
            </a:solidFill>
            <a:prstDash val="solid"/>
          </a:ln>
        </p:spPr>
      </p:sp>
      <p:sp>
        <p:nvSpPr>
          <p:cNvPr id="12" name="">
            <a:extLst xmlns:a="http://schemas.openxmlformats.org/drawingml/2006/main">
              <a:ext uri="{FF2B5EF4-FFF2-40B4-BE49-F238E27FC236}">
                <a16:creationId xmlns:a16="http://schemas.microsoft.com/office/drawing/2014/main" id="{DA0A625D-D95C-4FA5-9269-2276F35C006E}"/>
              </a:ext>
            </a:extLst>
          </p:cNvPr>
          <p:cNvSpPr>
            <a:spLocks xmlns:a="http://schemas.openxmlformats.org/drawingml/2006/main" noGrp="1"/>
          </p:cNvSpPr>
          <p:nvPr/>
        </p:nvSpPr>
        <p:spPr>
          <a:xfrm xmlns:a="http://schemas.openxmlformats.org/drawingml/2006/main">
            <a:off x="1085850" y="4362450"/>
            <a:ext cx="48768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EAF0F9"/>
                </a:solidFill>
                <a:latin typeface="Avenir Next"/>
                <a:ea typeface="Avenir Next"/>
                <a:cs typeface="Avenir Next"/>
              </a:defRPr>
            </a:pPr>
            <a:r>
              <a:rPr sz="975" b="0">
                <a:solidFill>
                  <a:srgbClr val="EAF0F9"/>
                </a:solidFill>
                <a:latin typeface="Avenir Next"/>
                <a:ea typeface="Avenir Next"/>
                <a:cs typeface="Avenir Next"/>
              </a:rPr>
              <a:t>Bac STL puis BTS ABM</a:t>
            </a:r>
          </a:p>
        </p:txBody>
      </p:sp>
      <p:sp>
        <p:nvSpPr>
          <p:cNvPr id="13" name="">
            <a:extLst xmlns:a="http://schemas.openxmlformats.org/drawingml/2006/main">
              <a:ext uri="{FF2B5EF4-FFF2-40B4-BE49-F238E27FC236}">
                <a16:creationId xmlns:a16="http://schemas.microsoft.com/office/drawing/2014/main" id="{6C2A2086-3ED2-40FD-9FE6-90FBB2F2CA2E}"/>
              </a:ext>
            </a:extLst>
          </p:cNvPr>
          <p:cNvSpPr>
            <a:spLocks xmlns:a="http://schemas.openxmlformats.org/drawingml/2006/main" noGrp="1"/>
          </p:cNvSpPr>
          <p:nvPr/>
        </p:nvSpPr>
        <p:spPr>
          <a:xfrm xmlns:a="http://schemas.openxmlformats.org/drawingml/2006/main">
            <a:off x="914400" y="4724400"/>
            <a:ext cx="66675" cy="66675"/>
          </a:xfrm>
          <a:prstGeom xmlns:a="http://schemas.openxmlformats.org/drawingml/2006/main" prst="ellipse">
            <a:avLst/>
          </a:prstGeom>
          <a:solidFill xmlns:a="http://schemas.openxmlformats.org/drawingml/2006/main">
            <a:srgbClr val="6AA3FF"/>
          </a:solidFill>
          <a:ln xmlns:a="http://schemas.openxmlformats.org/drawingml/2006/main" w="0">
            <a:solidFill>
              <a:srgbClr val="6AA3FF"/>
            </a:solidFill>
            <a:prstDash val="solid"/>
          </a:ln>
        </p:spPr>
      </p:sp>
      <p:sp>
        <p:nvSpPr>
          <p:cNvPr id="14" name="">
            <a:extLst xmlns:a="http://schemas.openxmlformats.org/drawingml/2006/main">
              <a:ext uri="{FF2B5EF4-FFF2-40B4-BE49-F238E27FC236}">
                <a16:creationId xmlns:a16="http://schemas.microsoft.com/office/drawing/2014/main" id="{C86F681A-2E3B-4157-B29C-37BE2524D40F}"/>
              </a:ext>
            </a:extLst>
          </p:cNvPr>
          <p:cNvSpPr>
            <a:spLocks xmlns:a="http://schemas.openxmlformats.org/drawingml/2006/main" noGrp="1"/>
          </p:cNvSpPr>
          <p:nvPr/>
        </p:nvSpPr>
        <p:spPr>
          <a:xfrm xmlns:a="http://schemas.openxmlformats.org/drawingml/2006/main">
            <a:off x="1085850" y="4648200"/>
            <a:ext cx="48768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EAF0F9"/>
                </a:solidFill>
                <a:latin typeface="Avenir Next"/>
                <a:ea typeface="Avenir Next"/>
                <a:cs typeface="Avenir Next"/>
              </a:defRPr>
            </a:pPr>
            <a:r>
              <a:rPr sz="975" b="0">
                <a:solidFill>
                  <a:srgbClr val="EAF0F9"/>
                </a:solidFill>
                <a:latin typeface="Avenir Next"/>
                <a:ea typeface="Avenir Next"/>
                <a:cs typeface="Avenir Next"/>
              </a:rPr>
              <a:t>Experience en laboratoire: rigueur et procedures</a:t>
            </a:r>
          </a:p>
        </p:txBody>
      </p:sp>
      <p:sp>
        <p:nvSpPr>
          <p:cNvPr id="15" name="">
            <a:extLst xmlns:a="http://schemas.openxmlformats.org/drawingml/2006/main">
              <a:ext uri="{FF2B5EF4-FFF2-40B4-BE49-F238E27FC236}">
                <a16:creationId xmlns:a16="http://schemas.microsoft.com/office/drawing/2014/main" id="{832AE63D-8329-4501-8FCE-7B199AC707A3}"/>
              </a:ext>
            </a:extLst>
          </p:cNvPr>
          <p:cNvSpPr>
            <a:spLocks xmlns:a="http://schemas.openxmlformats.org/drawingml/2006/main" noGrp="1"/>
          </p:cNvSpPr>
          <p:nvPr/>
        </p:nvSpPr>
        <p:spPr>
          <a:xfrm xmlns:a="http://schemas.openxmlformats.org/drawingml/2006/main">
            <a:off x="914400" y="5010150"/>
            <a:ext cx="66675" cy="66675"/>
          </a:xfrm>
          <a:prstGeom xmlns:a="http://schemas.openxmlformats.org/drawingml/2006/main" prst="ellipse">
            <a:avLst/>
          </a:prstGeom>
          <a:solidFill xmlns:a="http://schemas.openxmlformats.org/drawingml/2006/main">
            <a:srgbClr val="6AA3FF"/>
          </a:solidFill>
          <a:ln xmlns:a="http://schemas.openxmlformats.org/drawingml/2006/main" w="0">
            <a:solidFill>
              <a:srgbClr val="6AA3FF"/>
            </a:solidFill>
            <a:prstDash val="solid"/>
          </a:ln>
        </p:spPr>
      </p:sp>
      <p:sp>
        <p:nvSpPr>
          <p:cNvPr id="16" name="">
            <a:extLst xmlns:a="http://schemas.openxmlformats.org/drawingml/2006/main">
              <a:ext uri="{FF2B5EF4-FFF2-40B4-BE49-F238E27FC236}">
                <a16:creationId xmlns:a16="http://schemas.microsoft.com/office/drawing/2014/main" id="{03BAE316-2952-46F3-ABED-ACDE17C7043C}"/>
              </a:ext>
            </a:extLst>
          </p:cNvPr>
          <p:cNvSpPr>
            <a:spLocks xmlns:a="http://schemas.openxmlformats.org/drawingml/2006/main" noGrp="1"/>
          </p:cNvSpPr>
          <p:nvPr/>
        </p:nvSpPr>
        <p:spPr>
          <a:xfrm xmlns:a="http://schemas.openxmlformats.org/drawingml/2006/main">
            <a:off x="1085850" y="4933950"/>
            <a:ext cx="48768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EAF0F9"/>
                </a:solidFill>
                <a:latin typeface="Avenir Next"/>
                <a:ea typeface="Avenir Next"/>
                <a:cs typeface="Avenir Next"/>
              </a:defRPr>
            </a:pPr>
            <a:r>
              <a:rPr sz="975" b="0">
                <a:solidFill>
                  <a:srgbClr val="EAF0F9"/>
                </a:solidFill>
                <a:latin typeface="Avenir Next"/>
                <a:ea typeface="Avenir Next"/>
                <a:cs typeface="Avenir Next"/>
              </a:rPr>
              <a:t>Reorientation vers l'informatique et les infrastructures</a:t>
            </a:r>
          </a:p>
        </p:txBody>
      </p:sp>
      <p:sp>
        <p:nvSpPr>
          <p:cNvPr id="17" name="">
            <a:extLst xmlns:a="http://schemas.openxmlformats.org/drawingml/2006/main">
              <a:ext uri="{FF2B5EF4-FFF2-40B4-BE49-F238E27FC236}">
                <a16:creationId xmlns:a16="http://schemas.microsoft.com/office/drawing/2014/main" id="{354F6E5D-F7FB-464A-BDD2-DCD9B7E64CC2}"/>
              </a:ext>
            </a:extLst>
          </p:cNvPr>
          <p:cNvSpPr>
            <a:spLocks xmlns:a="http://schemas.openxmlformats.org/drawingml/2006/main" noGrp="1"/>
          </p:cNvSpPr>
          <p:nvPr/>
        </p:nvSpPr>
        <p:spPr>
          <a:xfrm xmlns:a="http://schemas.openxmlformats.org/drawingml/2006/main">
            <a:off x="914400" y="5295900"/>
            <a:ext cx="66675" cy="66675"/>
          </a:xfrm>
          <a:prstGeom xmlns:a="http://schemas.openxmlformats.org/drawingml/2006/main" prst="ellipse">
            <a:avLst/>
          </a:prstGeom>
          <a:solidFill xmlns:a="http://schemas.openxmlformats.org/drawingml/2006/main">
            <a:srgbClr val="6AA3FF"/>
          </a:solidFill>
          <a:ln xmlns:a="http://schemas.openxmlformats.org/drawingml/2006/main" w="0">
            <a:solidFill>
              <a:srgbClr val="6AA3FF"/>
            </a:solidFill>
            <a:prstDash val="solid"/>
          </a:ln>
        </p:spPr>
      </p:sp>
      <p:sp>
        <p:nvSpPr>
          <p:cNvPr id="18" name="">
            <a:extLst xmlns:a="http://schemas.openxmlformats.org/drawingml/2006/main">
              <a:ext uri="{FF2B5EF4-FFF2-40B4-BE49-F238E27FC236}">
                <a16:creationId xmlns:a16="http://schemas.microsoft.com/office/drawing/2014/main" id="{4AB070D9-8DCE-45DC-8ED1-593CADA7EF1E}"/>
              </a:ext>
            </a:extLst>
          </p:cNvPr>
          <p:cNvSpPr>
            <a:spLocks xmlns:a="http://schemas.openxmlformats.org/drawingml/2006/main" noGrp="1"/>
          </p:cNvSpPr>
          <p:nvPr/>
        </p:nvSpPr>
        <p:spPr>
          <a:xfrm xmlns:a="http://schemas.openxmlformats.org/drawingml/2006/main">
            <a:off x="1085850" y="5219700"/>
            <a:ext cx="48768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EAF0F9"/>
                </a:solidFill>
                <a:latin typeface="Avenir Next"/>
                <a:ea typeface="Avenir Next"/>
                <a:cs typeface="Avenir Next"/>
              </a:defRPr>
            </a:pPr>
            <a:r>
              <a:rPr sz="975" b="0">
                <a:solidFill>
                  <a:srgbClr val="EAF0F9"/>
                </a:solidFill>
                <a:latin typeface="Avenir Next"/>
                <a:ea typeface="Avenir Next"/>
                <a:cs typeface="Avenir Next"/>
              </a:rPr>
              <a:t>Alternance chez Nestle Purina en BTS SIO SISR</a:t>
            </a:r>
          </a:p>
        </p:txBody>
      </p:sp>
      <p:sp>
        <p:nvSpPr>
          <p:cNvPr id="19" name="">
            <a:extLst xmlns:a="http://schemas.openxmlformats.org/drawingml/2006/main">
              <a:ext uri="{FF2B5EF4-FFF2-40B4-BE49-F238E27FC236}">
                <a16:creationId xmlns:a16="http://schemas.microsoft.com/office/drawing/2014/main" id="{F1760736-1D64-4403-A09F-618454E19C86}"/>
              </a:ext>
            </a:extLst>
          </p:cNvPr>
          <p:cNvSpPr>
            <a:spLocks xmlns:a="http://schemas.openxmlformats.org/drawingml/2006/main" noGrp="1"/>
          </p:cNvSpPr>
          <p:nvPr/>
        </p:nvSpPr>
        <p:spPr>
          <a:xfrm xmlns:a="http://schemas.openxmlformats.org/drawingml/2006/main">
            <a:off x="6838950" y="1962150"/>
            <a:ext cx="4686300" cy="3429000"/>
          </a:xfrm>
          <a:prstGeom xmlns:a="http://schemas.openxmlformats.org/drawingml/2006/main" prst="roundRect">
            <a:avLst>
              <a:gd name="adj" fmla="val 2222"/>
            </a:avLst>
          </a:prstGeom>
          <a:solidFill xmlns:a="http://schemas.openxmlformats.org/drawingml/2006/main">
            <a:srgbClr val="1D2734"/>
          </a:solidFill>
          <a:ln xmlns:a="http://schemas.openxmlformats.org/drawingml/2006/main" w="9525">
            <a:solidFill>
              <a:srgbClr val="34445A"/>
            </a:solidFill>
            <a:prstDash val="solid"/>
          </a:ln>
        </p:spPr>
      </p:sp>
      <p:sp>
        <p:nvSpPr>
          <p:cNvPr id="20" name="">
            <a:extLst xmlns:a="http://schemas.openxmlformats.org/drawingml/2006/main">
              <a:ext uri="{FF2B5EF4-FFF2-40B4-BE49-F238E27FC236}">
                <a16:creationId xmlns:a16="http://schemas.microsoft.com/office/drawing/2014/main" id="{C889C5BC-F1C5-4DD3-9161-F553F718FD8D}"/>
              </a:ext>
            </a:extLst>
          </p:cNvPr>
          <p:cNvSpPr>
            <a:spLocks xmlns:a="http://schemas.openxmlformats.org/drawingml/2006/main" noGrp="1"/>
          </p:cNvSpPr>
          <p:nvPr/>
        </p:nvSpPr>
        <p:spPr>
          <a:xfrm xmlns:a="http://schemas.openxmlformats.org/drawingml/2006/main">
            <a:off x="7124700" y="2247900"/>
            <a:ext cx="1790700" cy="742950"/>
          </a:xfrm>
          <a:prstGeom xmlns:a="http://schemas.openxmlformats.org/drawingml/2006/main" prst="roundRect">
            <a:avLst>
              <a:gd name="adj" fmla="val 10256"/>
            </a:avLst>
          </a:prstGeom>
          <a:solidFill xmlns:a="http://schemas.openxmlformats.org/drawingml/2006/main">
            <a:srgbClr val="202A38"/>
          </a:solidFill>
          <a:ln xmlns:a="http://schemas.openxmlformats.org/drawingml/2006/main" w="9525">
            <a:solidFill>
              <a:srgbClr val="34445A"/>
            </a:solidFill>
            <a:prstDash val="solid"/>
          </a:ln>
        </p:spPr>
      </p:sp>
      <p:sp>
        <p:nvSpPr>
          <p:cNvPr id="21" name="">
            <a:extLst xmlns:a="http://schemas.openxmlformats.org/drawingml/2006/main">
              <a:ext uri="{FF2B5EF4-FFF2-40B4-BE49-F238E27FC236}">
                <a16:creationId xmlns:a16="http://schemas.microsoft.com/office/drawing/2014/main" id="{8181BEDC-F2F3-4711-A367-97CC8C0967D3}"/>
              </a:ext>
            </a:extLst>
          </p:cNvPr>
          <p:cNvSpPr>
            <a:spLocks xmlns:a="http://schemas.openxmlformats.org/drawingml/2006/main" noGrp="1"/>
          </p:cNvSpPr>
          <p:nvPr/>
        </p:nvSpPr>
        <p:spPr>
          <a:xfrm xmlns:a="http://schemas.openxmlformats.org/drawingml/2006/main">
            <a:off x="7296150" y="2381250"/>
            <a:ext cx="1428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F5F6F8"/>
                </a:solidFill>
                <a:latin typeface="Avenir Next"/>
                <a:ea typeface="Avenir Next"/>
                <a:cs typeface="Avenir Next"/>
              </a:defRPr>
            </a:pPr>
            <a:r>
              <a:rPr sz="2100" b="1">
                <a:solidFill>
                  <a:srgbClr val="F5F6F8"/>
                </a:solidFill>
                <a:latin typeface="Avenir Next"/>
                <a:ea typeface="Avenir Next"/>
                <a:cs typeface="Avenir Next"/>
              </a:rPr>
              <a:t>22</a:t>
            </a:r>
          </a:p>
        </p:txBody>
      </p:sp>
      <p:sp>
        <p:nvSpPr>
          <p:cNvPr id="22" name="">
            <a:extLst xmlns:a="http://schemas.openxmlformats.org/drawingml/2006/main">
              <a:ext uri="{FF2B5EF4-FFF2-40B4-BE49-F238E27FC236}">
                <a16:creationId xmlns:a16="http://schemas.microsoft.com/office/drawing/2014/main" id="{938BB895-1EA2-4DAD-926B-AB7AE0508610}"/>
              </a:ext>
            </a:extLst>
          </p:cNvPr>
          <p:cNvSpPr>
            <a:spLocks xmlns:a="http://schemas.openxmlformats.org/drawingml/2006/main" noGrp="1"/>
          </p:cNvSpPr>
          <p:nvPr/>
        </p:nvSpPr>
        <p:spPr>
          <a:xfrm xmlns:a="http://schemas.openxmlformats.org/drawingml/2006/main">
            <a:off x="7296150" y="2686050"/>
            <a:ext cx="1485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C8D0DC"/>
                </a:solidFill>
                <a:latin typeface="Avenir Next"/>
                <a:ea typeface="Avenir Next"/>
                <a:cs typeface="Avenir Next"/>
              </a:defRPr>
            </a:pPr>
            <a:r>
              <a:rPr sz="900" b="0">
                <a:solidFill>
                  <a:srgbClr val="C8D0DC"/>
                </a:solidFill>
                <a:latin typeface="Avenir Next"/>
                <a:ea typeface="Avenir Next"/>
                <a:cs typeface="Avenir Next"/>
              </a:rPr>
              <a:t>ans</a:t>
            </a:r>
          </a:p>
        </p:txBody>
      </p:sp>
      <p:sp>
        <p:nvSpPr>
          <p:cNvPr id="23" name="">
            <a:extLst xmlns:a="http://schemas.openxmlformats.org/drawingml/2006/main">
              <a:ext uri="{FF2B5EF4-FFF2-40B4-BE49-F238E27FC236}">
                <a16:creationId xmlns:a16="http://schemas.microsoft.com/office/drawing/2014/main" id="{8546FC4B-78F9-4F5C-843E-AD46C8B1A89D}"/>
              </a:ext>
            </a:extLst>
          </p:cNvPr>
          <p:cNvSpPr>
            <a:spLocks xmlns:a="http://schemas.openxmlformats.org/drawingml/2006/main" noGrp="1"/>
          </p:cNvSpPr>
          <p:nvPr/>
        </p:nvSpPr>
        <p:spPr>
          <a:xfrm xmlns:a="http://schemas.openxmlformats.org/drawingml/2006/main">
            <a:off x="7124700" y="3238500"/>
            <a:ext cx="1790700" cy="742950"/>
          </a:xfrm>
          <a:prstGeom xmlns:a="http://schemas.openxmlformats.org/drawingml/2006/main" prst="roundRect">
            <a:avLst>
              <a:gd name="adj" fmla="val 10256"/>
            </a:avLst>
          </a:prstGeom>
          <a:solidFill xmlns:a="http://schemas.openxmlformats.org/drawingml/2006/main">
            <a:srgbClr val="243548"/>
          </a:solidFill>
          <a:ln xmlns:a="http://schemas.openxmlformats.org/drawingml/2006/main" w="9525">
            <a:solidFill>
              <a:srgbClr val="51729C"/>
            </a:solidFill>
            <a:prstDash val="solid"/>
          </a:ln>
        </p:spPr>
      </p:sp>
      <p:sp>
        <p:nvSpPr>
          <p:cNvPr id="24" name="">
            <a:extLst xmlns:a="http://schemas.openxmlformats.org/drawingml/2006/main">
              <a:ext uri="{FF2B5EF4-FFF2-40B4-BE49-F238E27FC236}">
                <a16:creationId xmlns:a16="http://schemas.microsoft.com/office/drawing/2014/main" id="{3D54DEDC-348F-4F3B-B116-597D26800FAD}"/>
              </a:ext>
            </a:extLst>
          </p:cNvPr>
          <p:cNvSpPr>
            <a:spLocks xmlns:a="http://schemas.openxmlformats.org/drawingml/2006/main" noGrp="1"/>
          </p:cNvSpPr>
          <p:nvPr/>
        </p:nvSpPr>
        <p:spPr>
          <a:xfrm xmlns:a="http://schemas.openxmlformats.org/drawingml/2006/main">
            <a:off x="7296150" y="3371850"/>
            <a:ext cx="1428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F5F6F8"/>
                </a:solidFill>
                <a:latin typeface="Avenir Next"/>
                <a:ea typeface="Avenir Next"/>
                <a:cs typeface="Avenir Next"/>
              </a:defRPr>
            </a:pPr>
            <a:r>
              <a:rPr sz="2100" b="1">
                <a:solidFill>
                  <a:srgbClr val="F5F6F8"/>
                </a:solidFill>
                <a:latin typeface="Avenir Next"/>
                <a:ea typeface="Avenir Next"/>
                <a:cs typeface="Avenir Next"/>
              </a:rPr>
              <a:t>BTS SIO</a:t>
            </a:r>
          </a:p>
        </p:txBody>
      </p:sp>
      <p:sp>
        <p:nvSpPr>
          <p:cNvPr id="25" name="">
            <a:extLst xmlns:a="http://schemas.openxmlformats.org/drawingml/2006/main">
              <a:ext uri="{FF2B5EF4-FFF2-40B4-BE49-F238E27FC236}">
                <a16:creationId xmlns:a16="http://schemas.microsoft.com/office/drawing/2014/main" id="{99DE7BE7-F082-4AFB-BD7E-4A9F858E3C5E}"/>
              </a:ext>
            </a:extLst>
          </p:cNvPr>
          <p:cNvSpPr>
            <a:spLocks xmlns:a="http://schemas.openxmlformats.org/drawingml/2006/main" noGrp="1"/>
          </p:cNvSpPr>
          <p:nvPr/>
        </p:nvSpPr>
        <p:spPr>
          <a:xfrm xmlns:a="http://schemas.openxmlformats.org/drawingml/2006/main">
            <a:off x="7296150" y="3676650"/>
            <a:ext cx="1485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C8D0DC"/>
                </a:solidFill>
                <a:latin typeface="Avenir Next"/>
                <a:ea typeface="Avenir Next"/>
                <a:cs typeface="Avenir Next"/>
              </a:defRPr>
            </a:pPr>
            <a:r>
              <a:rPr sz="900" b="0">
                <a:solidFill>
                  <a:srgbClr val="C8D0DC"/>
                </a:solidFill>
                <a:latin typeface="Avenir Next"/>
                <a:ea typeface="Avenir Next"/>
                <a:cs typeface="Avenir Next"/>
              </a:rPr>
              <a:t>option SISR</a:t>
            </a:r>
          </a:p>
        </p:txBody>
      </p:sp>
      <p:sp>
        <p:nvSpPr>
          <p:cNvPr id="26" name="">
            <a:extLst xmlns:a="http://schemas.openxmlformats.org/drawingml/2006/main">
              <a:ext uri="{FF2B5EF4-FFF2-40B4-BE49-F238E27FC236}">
                <a16:creationId xmlns:a16="http://schemas.microsoft.com/office/drawing/2014/main" id="{25BA30FB-5586-4B37-B27F-F6E6DBA2BD99}"/>
              </a:ext>
            </a:extLst>
          </p:cNvPr>
          <p:cNvSpPr>
            <a:spLocks xmlns:a="http://schemas.openxmlformats.org/drawingml/2006/main" noGrp="1"/>
          </p:cNvSpPr>
          <p:nvPr/>
        </p:nvSpPr>
        <p:spPr>
          <a:xfrm xmlns:a="http://schemas.openxmlformats.org/drawingml/2006/main">
            <a:off x="7124700" y="4229100"/>
            <a:ext cx="1790700" cy="742950"/>
          </a:xfrm>
          <a:prstGeom xmlns:a="http://schemas.openxmlformats.org/drawingml/2006/main" prst="roundRect">
            <a:avLst>
              <a:gd name="adj" fmla="val 10256"/>
            </a:avLst>
          </a:prstGeom>
          <a:solidFill xmlns:a="http://schemas.openxmlformats.org/drawingml/2006/main">
            <a:srgbClr val="202A38"/>
          </a:solidFill>
          <a:ln xmlns:a="http://schemas.openxmlformats.org/drawingml/2006/main" w="9525">
            <a:solidFill>
              <a:srgbClr val="34445A"/>
            </a:solidFill>
            <a:prstDash val="solid"/>
          </a:ln>
        </p:spPr>
      </p:sp>
      <p:sp>
        <p:nvSpPr>
          <p:cNvPr id="27" name="">
            <a:extLst xmlns:a="http://schemas.openxmlformats.org/drawingml/2006/main">
              <a:ext uri="{FF2B5EF4-FFF2-40B4-BE49-F238E27FC236}">
                <a16:creationId xmlns:a16="http://schemas.microsoft.com/office/drawing/2014/main" id="{A82819F3-E6BC-407C-B9CF-7A36A5732768}"/>
              </a:ext>
            </a:extLst>
          </p:cNvPr>
          <p:cNvSpPr>
            <a:spLocks xmlns:a="http://schemas.openxmlformats.org/drawingml/2006/main" noGrp="1"/>
          </p:cNvSpPr>
          <p:nvPr/>
        </p:nvSpPr>
        <p:spPr>
          <a:xfrm xmlns:a="http://schemas.openxmlformats.org/drawingml/2006/main">
            <a:off x="7296150" y="4362450"/>
            <a:ext cx="1428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F5F6F8"/>
                </a:solidFill>
                <a:latin typeface="Avenir Next"/>
                <a:ea typeface="Avenir Next"/>
                <a:cs typeface="Avenir Next"/>
              </a:defRPr>
            </a:pPr>
            <a:r>
              <a:rPr sz="2100" b="1">
                <a:solidFill>
                  <a:srgbClr val="F5F6F8"/>
                </a:solidFill>
                <a:latin typeface="Avenir Next"/>
                <a:ea typeface="Avenir Next"/>
                <a:cs typeface="Avenir Next"/>
              </a:rPr>
              <a:t>2024-2026</a:t>
            </a:r>
          </a:p>
        </p:txBody>
      </p:sp>
      <p:sp>
        <p:nvSpPr>
          <p:cNvPr id="28" name="">
            <a:extLst xmlns:a="http://schemas.openxmlformats.org/drawingml/2006/main">
              <a:ext uri="{FF2B5EF4-FFF2-40B4-BE49-F238E27FC236}">
                <a16:creationId xmlns:a16="http://schemas.microsoft.com/office/drawing/2014/main" id="{57A8A131-C20D-4DDE-8B69-8338C62BF594}"/>
              </a:ext>
            </a:extLst>
          </p:cNvPr>
          <p:cNvSpPr>
            <a:spLocks xmlns:a="http://schemas.openxmlformats.org/drawingml/2006/main" noGrp="1"/>
          </p:cNvSpPr>
          <p:nvPr/>
        </p:nvSpPr>
        <p:spPr>
          <a:xfrm xmlns:a="http://schemas.openxmlformats.org/drawingml/2006/main">
            <a:off x="7296150" y="4667250"/>
            <a:ext cx="1485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C8D0DC"/>
                </a:solidFill>
                <a:latin typeface="Avenir Next"/>
                <a:ea typeface="Avenir Next"/>
                <a:cs typeface="Avenir Next"/>
              </a:defRPr>
            </a:pPr>
            <a:r>
              <a:rPr sz="900" b="0">
                <a:solidFill>
                  <a:srgbClr val="C8D0DC"/>
                </a:solidFill>
                <a:latin typeface="Avenir Next"/>
                <a:ea typeface="Avenir Next"/>
                <a:cs typeface="Avenir Next"/>
              </a:rPr>
              <a:t>alternance Nestle Purina</a:t>
            </a:r>
          </a:p>
        </p:txBody>
      </p:sp>
      <p:sp>
        <p:nvSpPr>
          <p:cNvPr id="29" name="">
            <a:extLst xmlns:a="http://schemas.openxmlformats.org/drawingml/2006/main">
              <a:ext uri="{FF2B5EF4-FFF2-40B4-BE49-F238E27FC236}">
                <a16:creationId xmlns:a16="http://schemas.microsoft.com/office/drawing/2014/main" id="{26E41680-39A0-4A64-A010-5A96B549CFD0}"/>
              </a:ext>
            </a:extLst>
          </p:cNvPr>
          <p:cNvSpPr>
            <a:spLocks xmlns:a="http://schemas.openxmlformats.org/drawingml/2006/main" noGrp="1"/>
          </p:cNvSpPr>
          <p:nvPr/>
        </p:nvSpPr>
        <p:spPr>
          <a:xfrm xmlns:a="http://schemas.openxmlformats.org/drawingml/2006/main">
            <a:off x="9048750" y="2247900"/>
            <a:ext cx="2190750" cy="2724150"/>
          </a:xfrm>
          <a:prstGeom xmlns:a="http://schemas.openxmlformats.org/drawingml/2006/main" prst="roundRect">
            <a:avLst>
              <a:gd name="adj" fmla="val 3478"/>
            </a:avLst>
          </a:prstGeom>
          <a:solidFill xmlns:a="http://schemas.openxmlformats.org/drawingml/2006/main">
            <a:srgbClr val="141C28"/>
          </a:solidFill>
          <a:ln xmlns:a="http://schemas.openxmlformats.org/drawingml/2006/main" w="9525">
            <a:solidFill>
              <a:srgbClr val="34445A"/>
            </a:solidFill>
            <a:prstDash val="solid"/>
          </a:ln>
        </p:spPr>
      </p:sp>
      <p:sp>
        <p:nvSpPr>
          <p:cNvPr id="30" name="">
            <a:extLst xmlns:a="http://schemas.openxmlformats.org/drawingml/2006/main">
              <a:ext uri="{FF2B5EF4-FFF2-40B4-BE49-F238E27FC236}">
                <a16:creationId xmlns:a16="http://schemas.microsoft.com/office/drawing/2014/main" id="{4C64A0FB-0299-4A1E-8BB8-3C2E45DBAE5F}"/>
              </a:ext>
            </a:extLst>
          </p:cNvPr>
          <p:cNvSpPr>
            <a:spLocks xmlns:a="http://schemas.openxmlformats.org/drawingml/2006/main" noGrp="1"/>
          </p:cNvSpPr>
          <p:nvPr/>
        </p:nvSpPr>
        <p:spPr>
          <a:xfrm xmlns:a="http://schemas.openxmlformats.org/drawingml/2006/main">
            <a:off x="9239250" y="2457450"/>
            <a:ext cx="1524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6AA3FF"/>
                </a:solidFill>
                <a:latin typeface="Avenir Next"/>
                <a:ea typeface="Avenir Next"/>
                <a:cs typeface="Avenir Next"/>
              </a:defRPr>
            </a:pPr>
            <a:r>
              <a:rPr sz="750" b="1">
                <a:solidFill>
                  <a:srgbClr val="6AA3FF"/>
                </a:solidFill>
                <a:latin typeface="Avenir Next"/>
                <a:ea typeface="Avenir Next"/>
                <a:cs typeface="Avenir Next"/>
              </a:rPr>
              <a:t>Positionnement</a:t>
            </a:r>
          </a:p>
        </p:txBody>
      </p:sp>
      <p:sp>
        <p:nvSpPr>
          <p:cNvPr id="31" name="">
            <a:extLst xmlns:a="http://schemas.openxmlformats.org/drawingml/2006/main">
              <a:ext uri="{FF2B5EF4-FFF2-40B4-BE49-F238E27FC236}">
                <a16:creationId xmlns:a16="http://schemas.microsoft.com/office/drawing/2014/main" id="{CDA7A2AD-F29D-4E66-BE0E-39F2A2B6C35D}"/>
              </a:ext>
            </a:extLst>
          </p:cNvPr>
          <p:cNvSpPr>
            <a:spLocks xmlns:a="http://schemas.openxmlformats.org/drawingml/2006/main" noGrp="1"/>
          </p:cNvSpPr>
          <p:nvPr/>
        </p:nvSpPr>
        <p:spPr>
          <a:xfrm xmlns:a="http://schemas.openxmlformats.org/drawingml/2006/main">
            <a:off x="9239250" y="2781300"/>
            <a:ext cx="1619250" cy="1238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C8D0DC"/>
                </a:solidFill>
                <a:latin typeface="Avenir Next"/>
                <a:ea typeface="Avenir Next"/>
                <a:cs typeface="Avenir Next"/>
              </a:defRPr>
            </a:pPr>
            <a:r>
              <a:rPr sz="975" b="0">
                <a:solidFill>
                  <a:srgbClr val="C8D0DC"/>
                </a:solidFill>
                <a:latin typeface="Avenir Next"/>
                <a:ea typeface="Avenir Next"/>
                <a:cs typeface="Avenir Next"/>
              </a:rPr>
              <a:t>Je me dirige vers des missions d'administration systeme, de support d'infrastructure et de securisation de l'environnement informatique.</a:t>
            </a:r>
          </a:p>
        </p:txBody>
      </p:sp>
      <p:sp>
        <p:nvSpPr>
          <p:cNvPr id="32" name="">
            <a:extLst xmlns:a="http://schemas.openxmlformats.org/drawingml/2006/main">
              <a:ext uri="{FF2B5EF4-FFF2-40B4-BE49-F238E27FC236}">
                <a16:creationId xmlns:a16="http://schemas.microsoft.com/office/drawing/2014/main" id="{8EF49454-267F-473A-B0ED-A2C4E5605E60}"/>
              </a:ext>
            </a:extLst>
          </p:cNvPr>
          <p:cNvSpPr>
            <a:spLocks xmlns:a="http://schemas.openxmlformats.org/drawingml/2006/main" noGrp="1"/>
          </p:cNvSpPr>
          <p:nvPr/>
        </p:nvSpPr>
        <p:spPr>
          <a:xfrm xmlns:a="http://schemas.openxmlformats.org/drawingml/2006/main">
            <a:off x="9239250" y="4229100"/>
            <a:ext cx="11430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6AA3FF"/>
                </a:solidFill>
                <a:latin typeface="Avenir Next"/>
                <a:ea typeface="Avenir Next"/>
                <a:cs typeface="Avenir Next"/>
              </a:defRPr>
            </a:pPr>
            <a:r>
              <a:rPr sz="750" b="1">
                <a:solidFill>
                  <a:srgbClr val="6AA3FF"/>
                </a:solidFill>
                <a:latin typeface="Avenir Next"/>
                <a:ea typeface="Avenir Next"/>
                <a:cs typeface="Avenir Next"/>
              </a:rPr>
              <a:t>Objectif oral:</a:t>
            </a:r>
          </a:p>
        </p:txBody>
      </p:sp>
      <p:sp>
        <p:nvSpPr>
          <p:cNvPr id="33" name="">
            <a:extLst xmlns:a="http://schemas.openxmlformats.org/drawingml/2006/main">
              <a:ext uri="{FF2B5EF4-FFF2-40B4-BE49-F238E27FC236}">
                <a16:creationId xmlns:a16="http://schemas.microsoft.com/office/drawing/2014/main" id="{6443867D-5FF3-4BB6-AB8D-E1B26080BD66}"/>
              </a:ext>
            </a:extLst>
          </p:cNvPr>
          <p:cNvSpPr>
            <a:spLocks xmlns:a="http://schemas.openxmlformats.org/drawingml/2006/main" noGrp="1"/>
          </p:cNvSpPr>
          <p:nvPr/>
        </p:nvSpPr>
        <p:spPr>
          <a:xfrm xmlns:a="http://schemas.openxmlformats.org/drawingml/2006/main">
            <a:off x="9239250" y="4457700"/>
            <a:ext cx="161925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EAF0F9"/>
                </a:solidFill>
                <a:latin typeface="Avenir Next"/>
                <a:ea typeface="Avenir Next"/>
                <a:cs typeface="Avenir Next"/>
              </a:defRPr>
            </a:pPr>
            <a:r>
              <a:rPr sz="900" b="0">
                <a:solidFill>
                  <a:srgbClr val="EAF0F9"/>
                </a:solidFill>
                <a:latin typeface="Avenir Next"/>
                <a:ea typeface="Avenir Next"/>
                <a:cs typeface="Avenir Next"/>
              </a:rPr>
              <a:t>montrer un parcours coherent, des projets concrets et une progression vers les metiers SISR.</a:t>
            </a:r>
          </a:p>
        </p:txBody>
      </p:sp>
      <p:sp>
        <p:nvSpPr>
          <p:cNvPr id="34" name="">
            <a:extLst xmlns:a="http://schemas.openxmlformats.org/drawingml/2006/main">
              <a:ext uri="{FF2B5EF4-FFF2-40B4-BE49-F238E27FC236}">
                <a16:creationId xmlns:a16="http://schemas.microsoft.com/office/drawing/2014/main" id="{C7E9CB78-17CE-4AC5-BCFE-A3E63F63DDEA}"/>
              </a:ext>
            </a:extLst>
          </p:cNvPr>
          <p:cNvSpPr>
            <a:spLocks xmlns:a="http://schemas.openxmlformats.org/drawingml/2006/main" noGrp="1"/>
          </p:cNvSpPr>
          <p:nvPr/>
        </p:nvSpPr>
        <p:spPr>
          <a:xfrm xmlns:a="http://schemas.openxmlformats.org/drawingml/2006/main">
            <a:off x="666750" y="6438900"/>
            <a:ext cx="10858500" cy="9525"/>
          </a:xfrm>
          <a:prstGeom xmlns:a="http://schemas.openxmlformats.org/drawingml/2006/main" prst="rect">
            <a:avLst/>
          </a:prstGeom>
          <a:solidFill xmlns:a="http://schemas.openxmlformats.org/drawingml/2006/main">
            <a:srgbClr val="3A475C">
              <a:alpha val="66667"/>
            </a:srgbClr>
          </a:solidFill>
          <a:ln xmlns:a="http://schemas.openxmlformats.org/drawingml/2006/main" w="0">
            <a:solidFill>
              <a:srgbClr val="3A475C">
                <a:alpha val="66667"/>
              </a:srgbClr>
            </a:solidFill>
            <a:prstDash val="solid"/>
          </a:ln>
        </p:spPr>
      </p:sp>
      <p:sp>
        <p:nvSpPr>
          <p:cNvPr id="35" name="">
            <a:extLst xmlns:a="http://schemas.openxmlformats.org/drawingml/2006/main">
              <a:ext uri="{FF2B5EF4-FFF2-40B4-BE49-F238E27FC236}">
                <a16:creationId xmlns:a16="http://schemas.microsoft.com/office/drawing/2014/main" id="{DE8ECDF5-D102-4F17-BB68-7859D4D187FC}"/>
              </a:ext>
            </a:extLst>
          </p:cNvPr>
          <p:cNvSpPr>
            <a:spLocks xmlns:a="http://schemas.openxmlformats.org/drawingml/2006/main" noGrp="1"/>
          </p:cNvSpPr>
          <p:nvPr/>
        </p:nvSpPr>
        <p:spPr>
          <a:xfrm xmlns:a="http://schemas.openxmlformats.org/drawingml/2006/main">
            <a:off x="666750" y="6534150"/>
            <a:ext cx="8572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C8D0DC"/>
                </a:solidFill>
                <a:latin typeface="Avenir Next"/>
                <a:ea typeface="Avenir Next"/>
                <a:cs typeface="Avenir Next"/>
              </a:defRPr>
            </a:pPr>
            <a:r>
              <a:rPr sz="638" b="0">
                <a:solidFill>
                  <a:srgbClr val="C8D0DC"/>
                </a:solidFill>
                <a:latin typeface="Avenir Next"/>
                <a:ea typeface="Avenir Next"/>
                <a:cs typeface="Avenir Next"/>
              </a:rPr>
              <a:t>Portfolio BTS SIO SISR</a:t>
            </a:r>
          </a:p>
        </p:txBody>
      </p:sp>
      <p:sp>
        <p:nvSpPr>
          <p:cNvPr id="36" name="">
            <a:extLst xmlns:a="http://schemas.openxmlformats.org/drawingml/2006/main">
              <a:ext uri="{FF2B5EF4-FFF2-40B4-BE49-F238E27FC236}">
                <a16:creationId xmlns:a16="http://schemas.microsoft.com/office/drawing/2014/main" id="{89EF514D-A9AD-4EC0-9761-CB6435E93534}"/>
              </a:ext>
            </a:extLst>
          </p:cNvPr>
          <p:cNvSpPr>
            <a:spLocks xmlns:a="http://schemas.openxmlformats.org/drawingml/2006/main" noGrp="1"/>
          </p:cNvSpPr>
          <p:nvPr/>
        </p:nvSpPr>
        <p:spPr>
          <a:xfrm xmlns:a="http://schemas.openxmlformats.org/drawingml/2006/main">
            <a:off x="11049000" y="6496050"/>
            <a:ext cx="4762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825" b="1">
                <a:solidFill>
                  <a:srgbClr val="C8D0DC"/>
                </a:solidFill>
                <a:latin typeface="Avenir Next"/>
                <a:ea typeface="Avenir Next"/>
                <a:cs typeface="Avenir Next"/>
              </a:defRPr>
            </a:pPr>
            <a:r>
              <a:rPr sz="825" b="1">
                <a:solidFill>
                  <a:srgbClr val="C8D0DC"/>
                </a:solidFill>
                <a:latin typeface="Avenir Next"/>
                <a:ea typeface="Avenir Next"/>
                <a:cs typeface="Avenir Next"/>
              </a:rPr>
              <a:t>02</a:t>
            </a:r>
          </a:p>
        </p:txBody>
      </p:sp>
    </p:spTree>
    <p:extLst>
      <p:ext uri="{BB962C8B-B14F-4D97-AF65-F5344CB8AC3E}">
        <p14:creationId xmlns:p14="http://schemas.microsoft.com/office/powerpoint/2010/main" val="1059277241"/>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655C638-B171-4958-992A-20E2056E014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41922"/>
          </a:solidFill>
          <a:ln xmlns:a="http://schemas.openxmlformats.org/drawingml/2006/main" w="0">
            <a:solidFill>
              <a:srgbClr val="141922"/>
            </a:solidFill>
            <a:prstDash val="solid"/>
          </a:ln>
        </p:spPr>
      </p:sp>
      <p:sp>
        <p:nvSpPr>
          <p:cNvPr id="2" name="">
            <a:extLst xmlns:a="http://schemas.openxmlformats.org/drawingml/2006/main">
              <a:ext uri="{FF2B5EF4-FFF2-40B4-BE49-F238E27FC236}">
                <a16:creationId xmlns:a16="http://schemas.microsoft.com/office/drawing/2014/main" id="{2FB1C160-1219-4622-B0C9-AE0B142224D5}"/>
              </a:ext>
            </a:extLst>
          </p:cNvPr>
          <p:cNvSpPr>
            <a:spLocks xmlns:a="http://schemas.openxmlformats.org/drawingml/2006/main" noGrp="1"/>
          </p:cNvSpPr>
          <p:nvPr/>
        </p:nvSpPr>
        <p:spPr>
          <a:xfrm xmlns:a="http://schemas.openxmlformats.org/drawingml/2006/main">
            <a:off x="-857250" y="-1428750"/>
            <a:ext cx="4953000" cy="4953000"/>
          </a:xfrm>
          <a:prstGeom xmlns:a="http://schemas.openxmlformats.org/drawingml/2006/main" prst="ellipse">
            <a:avLst/>
          </a:prstGeom>
          <a:solidFill xmlns:a="http://schemas.openxmlformats.org/drawingml/2006/main">
            <a:srgbClr val="6AA3FF">
              <a:alpha val="8627"/>
            </a:srgbClr>
          </a:solidFill>
          <a:ln xmlns:a="http://schemas.openxmlformats.org/drawingml/2006/main" w="0">
            <a:solidFill>
              <a:srgbClr val="6AA3FF">
                <a:alpha val="0"/>
              </a:srgbClr>
            </a:solidFill>
            <a:prstDash val="solid"/>
          </a:ln>
        </p:spPr>
      </p:sp>
      <p:sp>
        <p:nvSpPr>
          <p:cNvPr id="3" name="">
            <a:extLst xmlns:a="http://schemas.openxmlformats.org/drawingml/2006/main">
              <a:ext uri="{FF2B5EF4-FFF2-40B4-BE49-F238E27FC236}">
                <a16:creationId xmlns:a16="http://schemas.microsoft.com/office/drawing/2014/main" id="{47C7C233-0EF6-405B-969A-7C2AFEFF6969}"/>
              </a:ext>
            </a:extLst>
          </p:cNvPr>
          <p:cNvSpPr>
            <a:spLocks xmlns:a="http://schemas.openxmlformats.org/drawingml/2006/main" noGrp="1"/>
          </p:cNvSpPr>
          <p:nvPr/>
        </p:nvSpPr>
        <p:spPr>
          <a:xfrm xmlns:a="http://schemas.openxmlformats.org/drawingml/2006/main">
            <a:off x="8953500" y="-1143000"/>
            <a:ext cx="4000500" cy="4000500"/>
          </a:xfrm>
          <a:prstGeom xmlns:a="http://schemas.openxmlformats.org/drawingml/2006/main" prst="ellipse">
            <a:avLst/>
          </a:prstGeom>
          <a:solidFill xmlns:a="http://schemas.openxmlformats.org/drawingml/2006/main">
            <a:srgbClr val="8AB6FF">
              <a:alpha val="6275"/>
            </a:srgbClr>
          </a:solidFill>
          <a:ln xmlns:a="http://schemas.openxmlformats.org/drawingml/2006/main" w="0">
            <a:solidFill>
              <a:srgbClr val="8AB6FF">
                <a:alpha val="0"/>
              </a:srgbClr>
            </a:solidFill>
            <a:prstDash val="solid"/>
          </a:ln>
        </p:spPr>
      </p:sp>
      <p:sp>
        <p:nvSpPr>
          <p:cNvPr id="4" name="">
            <a:extLst xmlns:a="http://schemas.openxmlformats.org/drawingml/2006/main">
              <a:ext uri="{FF2B5EF4-FFF2-40B4-BE49-F238E27FC236}">
                <a16:creationId xmlns:a16="http://schemas.microsoft.com/office/drawing/2014/main" id="{E2130603-678B-4524-A83E-C49217438CB3}"/>
              </a:ext>
            </a:extLst>
          </p:cNvPr>
          <p:cNvSpPr>
            <a:spLocks xmlns:a="http://schemas.openxmlformats.org/drawingml/2006/main" noGrp="1"/>
          </p:cNvSpPr>
          <p:nvPr/>
        </p:nvSpPr>
        <p:spPr>
          <a:xfrm xmlns:a="http://schemas.openxmlformats.org/drawingml/2006/main">
            <a:off x="8763000" y="4476750"/>
            <a:ext cx="3429000" cy="2476500"/>
          </a:xfrm>
          <a:prstGeom xmlns:a="http://schemas.openxmlformats.org/drawingml/2006/main" prst="ellipse">
            <a:avLst/>
          </a:prstGeom>
          <a:solidFill xmlns:a="http://schemas.openxmlformats.org/drawingml/2006/main">
            <a:srgbClr val="6AA3FF">
              <a:alpha val="6275"/>
            </a:srgbClr>
          </a:solidFill>
          <a:ln xmlns:a="http://schemas.openxmlformats.org/drawingml/2006/main" w="0">
            <a:solidFill>
              <a:srgbClr val="6AA3FF">
                <a:alpha val="0"/>
              </a:srgbClr>
            </a:solidFill>
            <a:prstDash val="solid"/>
          </a:ln>
        </p:spPr>
      </p:sp>
      <p:sp>
        <p:nvSpPr>
          <p:cNvPr id="5" name="">
            <a:extLst xmlns:a="http://schemas.openxmlformats.org/drawingml/2006/main">
              <a:ext uri="{FF2B5EF4-FFF2-40B4-BE49-F238E27FC236}">
                <a16:creationId xmlns:a16="http://schemas.microsoft.com/office/drawing/2014/main" id="{1FA8CE13-EBB7-423F-AB78-493BD0A2E3C7}"/>
              </a:ext>
            </a:extLst>
          </p:cNvPr>
          <p:cNvSpPr>
            <a:spLocks xmlns:a="http://schemas.openxmlformats.org/drawingml/2006/main" noGrp="1"/>
          </p:cNvSpPr>
          <p:nvPr/>
        </p:nvSpPr>
        <p:spPr>
          <a:xfrm xmlns:a="http://schemas.openxmlformats.org/drawingml/2006/main">
            <a:off x="666750" y="476250"/>
            <a:ext cx="4381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6AA3FF"/>
                </a:solidFill>
                <a:latin typeface="Avenir Next"/>
                <a:ea typeface="Avenir Next"/>
                <a:cs typeface="Avenir Next"/>
              </a:defRPr>
            </a:pPr>
            <a:r>
              <a:rPr sz="750" b="1">
                <a:solidFill>
                  <a:srgbClr val="6AA3FF"/>
                </a:solidFill>
                <a:latin typeface="Avenir Next"/>
                <a:ea typeface="Avenir Next"/>
                <a:cs typeface="Avenir Next"/>
              </a:rPr>
              <a:t>PARCOURS</a:t>
            </a:r>
          </a:p>
        </p:txBody>
      </p:sp>
      <p:sp>
        <p:nvSpPr>
          <p:cNvPr id="6" name="">
            <a:extLst xmlns:a="http://schemas.openxmlformats.org/drawingml/2006/main">
              <a:ext uri="{FF2B5EF4-FFF2-40B4-BE49-F238E27FC236}">
                <a16:creationId xmlns:a16="http://schemas.microsoft.com/office/drawing/2014/main" id="{CE1B1FFB-1E5B-4500-9167-FBF312B4DFDC}"/>
              </a:ext>
            </a:extLst>
          </p:cNvPr>
          <p:cNvSpPr>
            <a:spLocks xmlns:a="http://schemas.openxmlformats.org/drawingml/2006/main" noGrp="1"/>
          </p:cNvSpPr>
          <p:nvPr/>
        </p:nvSpPr>
        <p:spPr>
          <a:xfrm xmlns:a="http://schemas.openxmlformats.org/drawingml/2006/main">
            <a:off x="666750" y="742950"/>
            <a:ext cx="72390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75" b="1">
                <a:solidFill>
                  <a:srgbClr val="F5F6F8"/>
                </a:solidFill>
                <a:latin typeface="Avenir Next"/>
                <a:ea typeface="Avenir Next"/>
                <a:cs typeface="Avenir Next"/>
              </a:defRPr>
            </a:pPr>
            <a:r>
              <a:rPr sz="2175" b="1">
                <a:solidFill>
                  <a:srgbClr val="F5F6F8"/>
                </a:solidFill>
                <a:latin typeface="Avenir Next"/>
                <a:ea typeface="Avenir Next"/>
                <a:cs typeface="Avenir Next"/>
              </a:rPr>
              <a:t>Experiences et formation</a:t>
            </a:r>
          </a:p>
        </p:txBody>
      </p:sp>
      <p:sp>
        <p:nvSpPr>
          <p:cNvPr id="7" name="">
            <a:extLst xmlns:a="http://schemas.openxmlformats.org/drawingml/2006/main">
              <a:ext uri="{FF2B5EF4-FFF2-40B4-BE49-F238E27FC236}">
                <a16:creationId xmlns:a16="http://schemas.microsoft.com/office/drawing/2014/main" id="{97C5B0C6-FE0C-4C9A-9F04-03BF9AE00625}"/>
              </a:ext>
            </a:extLst>
          </p:cNvPr>
          <p:cNvSpPr>
            <a:spLocks xmlns:a="http://schemas.openxmlformats.org/drawingml/2006/main" noGrp="1"/>
          </p:cNvSpPr>
          <p:nvPr/>
        </p:nvSpPr>
        <p:spPr>
          <a:xfrm xmlns:a="http://schemas.openxmlformats.org/drawingml/2006/main">
            <a:off x="666750" y="1295400"/>
            <a:ext cx="74295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0">
                <a:solidFill>
                  <a:srgbClr val="C8D0DC"/>
                </a:solidFill>
                <a:latin typeface="Avenir Next"/>
                <a:ea typeface="Avenir Next"/>
                <a:cs typeface="Avenir Next"/>
              </a:defRPr>
            </a:pPr>
            <a:r>
              <a:rPr sz="1013" b="0">
                <a:solidFill>
                  <a:srgbClr val="C8D0DC"/>
                </a:solidFill>
                <a:latin typeface="Avenir Next"/>
                <a:ea typeface="Avenir Next"/>
                <a:cs typeface="Avenir Next"/>
              </a:rPr>
              <a:t>Vue d'ensemble de mes experiences professionnelles et de mon parcours academique.</a:t>
            </a:r>
          </a:p>
        </p:txBody>
      </p:sp>
      <p:sp>
        <p:nvSpPr>
          <p:cNvPr id="8" name="">
            <a:extLst xmlns:a="http://schemas.openxmlformats.org/drawingml/2006/main">
              <a:ext uri="{FF2B5EF4-FFF2-40B4-BE49-F238E27FC236}">
                <a16:creationId xmlns:a16="http://schemas.microsoft.com/office/drawing/2014/main" id="{9D7DEA47-6486-4D73-A300-822144627BE0}"/>
              </a:ext>
            </a:extLst>
          </p:cNvPr>
          <p:cNvSpPr>
            <a:spLocks xmlns:a="http://schemas.openxmlformats.org/drawingml/2006/main" noGrp="1"/>
          </p:cNvSpPr>
          <p:nvPr/>
        </p:nvSpPr>
        <p:spPr>
          <a:xfrm xmlns:a="http://schemas.openxmlformats.org/drawingml/2006/main">
            <a:off x="666750" y="1828800"/>
            <a:ext cx="2667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F5F6F8"/>
                </a:solidFill>
                <a:latin typeface="Avenir Next"/>
                <a:ea typeface="Avenir Next"/>
                <a:cs typeface="Avenir Next"/>
              </a:defRPr>
            </a:pPr>
            <a:r>
              <a:rPr sz="1050" b="1">
                <a:solidFill>
                  <a:srgbClr val="F5F6F8"/>
                </a:solidFill>
                <a:latin typeface="Avenir Next"/>
                <a:ea typeface="Avenir Next"/>
                <a:cs typeface="Avenir Next"/>
              </a:rPr>
              <a:t>Experiences professionnelles</a:t>
            </a:r>
          </a:p>
        </p:txBody>
      </p:sp>
      <p:sp>
        <p:nvSpPr>
          <p:cNvPr id="9" name="">
            <a:extLst xmlns:a="http://schemas.openxmlformats.org/drawingml/2006/main">
              <a:ext uri="{FF2B5EF4-FFF2-40B4-BE49-F238E27FC236}">
                <a16:creationId xmlns:a16="http://schemas.microsoft.com/office/drawing/2014/main" id="{8316F669-F0EC-4258-9584-74036EF312D6}"/>
              </a:ext>
            </a:extLst>
          </p:cNvPr>
          <p:cNvSpPr>
            <a:spLocks xmlns:a="http://schemas.openxmlformats.org/drawingml/2006/main" noGrp="1"/>
          </p:cNvSpPr>
          <p:nvPr/>
        </p:nvSpPr>
        <p:spPr>
          <a:xfrm xmlns:a="http://schemas.openxmlformats.org/drawingml/2006/main">
            <a:off x="6305550" y="1828800"/>
            <a:ext cx="2095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F5F6F8"/>
                </a:solidFill>
                <a:latin typeface="Avenir Next"/>
                <a:ea typeface="Avenir Next"/>
                <a:cs typeface="Avenir Next"/>
              </a:defRPr>
            </a:pPr>
            <a:r>
              <a:rPr sz="1050" b="1">
                <a:solidFill>
                  <a:srgbClr val="F5F6F8"/>
                </a:solidFill>
                <a:latin typeface="Avenir Next"/>
                <a:ea typeface="Avenir Next"/>
                <a:cs typeface="Avenir Next"/>
              </a:rPr>
              <a:t>Parcours academique</a:t>
            </a:r>
          </a:p>
        </p:txBody>
      </p:sp>
      <p:sp>
        <p:nvSpPr>
          <p:cNvPr id="10" name="">
            <a:extLst xmlns:a="http://schemas.openxmlformats.org/drawingml/2006/main">
              <a:ext uri="{FF2B5EF4-FFF2-40B4-BE49-F238E27FC236}">
                <a16:creationId xmlns:a16="http://schemas.microsoft.com/office/drawing/2014/main" id="{6F31AFBF-3D26-4DB6-BC91-322B9D4DDDA1}"/>
              </a:ext>
            </a:extLst>
          </p:cNvPr>
          <p:cNvSpPr>
            <a:spLocks xmlns:a="http://schemas.openxmlformats.org/drawingml/2006/main" noGrp="1"/>
          </p:cNvSpPr>
          <p:nvPr/>
        </p:nvSpPr>
        <p:spPr>
          <a:xfrm xmlns:a="http://schemas.openxmlformats.org/drawingml/2006/main">
            <a:off x="666750" y="2152650"/>
            <a:ext cx="5219700" cy="1143000"/>
          </a:xfrm>
          <a:prstGeom xmlns:a="http://schemas.openxmlformats.org/drawingml/2006/main" prst="roundRect">
            <a:avLst>
              <a:gd name="adj" fmla="val 6667"/>
            </a:avLst>
          </a:prstGeom>
          <a:solidFill xmlns:a="http://schemas.openxmlformats.org/drawingml/2006/main">
            <a:srgbClr val="1C2532"/>
          </a:solidFill>
          <a:ln xmlns:a="http://schemas.openxmlformats.org/drawingml/2006/main" w="9525">
            <a:solidFill>
              <a:srgbClr val="34445A"/>
            </a:solidFill>
            <a:prstDash val="solid"/>
          </a:ln>
        </p:spPr>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7488cc77364b498a"/>
          <a:stretch xmlns:a="http://schemas.openxmlformats.org/drawingml/2006/main"/>
        </p:blipFill>
        <p:spPr>
          <a:xfrm xmlns:a="http://schemas.openxmlformats.org/drawingml/2006/main">
            <a:off x="838200" y="2382193"/>
            <a:ext cx="533400" cy="417214"/>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DE6A0A1C-DDE2-482A-BDA0-7621C5066E46}"/>
              </a:ext>
            </a:extLst>
          </p:cNvPr>
          <p:cNvSpPr>
            <a:spLocks xmlns:a="http://schemas.openxmlformats.org/drawingml/2006/main" noGrp="1"/>
          </p:cNvSpPr>
          <p:nvPr/>
        </p:nvSpPr>
        <p:spPr>
          <a:xfrm xmlns:a="http://schemas.openxmlformats.org/drawingml/2006/main">
            <a:off x="1504950" y="2324100"/>
            <a:ext cx="41719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F5F6F8"/>
                </a:solidFill>
                <a:latin typeface="Avenir Next"/>
                <a:ea typeface="Avenir Next"/>
                <a:cs typeface="Avenir Next"/>
              </a:defRPr>
            </a:pPr>
            <a:r>
              <a:rPr sz="1125" b="1">
                <a:solidFill>
                  <a:srgbClr val="F5F6F8"/>
                </a:solidFill>
                <a:latin typeface="Avenir Next"/>
                <a:ea typeface="Avenir Next"/>
                <a:cs typeface="Avenir Next"/>
              </a:rPr>
              <a:t>Technicien informatique</a:t>
            </a:r>
          </a:p>
        </p:txBody>
      </p:sp>
      <p:sp>
        <p:nvSpPr>
          <p:cNvPr id="13" name="">
            <a:extLst xmlns:a="http://schemas.openxmlformats.org/drawingml/2006/main">
              <a:ext uri="{FF2B5EF4-FFF2-40B4-BE49-F238E27FC236}">
                <a16:creationId xmlns:a16="http://schemas.microsoft.com/office/drawing/2014/main" id="{4EEB8DF6-25FD-4CFE-AF41-1F5E70EEF7F5}"/>
              </a:ext>
            </a:extLst>
          </p:cNvPr>
          <p:cNvSpPr>
            <a:spLocks xmlns:a="http://schemas.openxmlformats.org/drawingml/2006/main" noGrp="1"/>
          </p:cNvSpPr>
          <p:nvPr/>
        </p:nvSpPr>
        <p:spPr>
          <a:xfrm xmlns:a="http://schemas.openxmlformats.org/drawingml/2006/main">
            <a:off x="1504950" y="2609850"/>
            <a:ext cx="41719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1">
                <a:solidFill>
                  <a:srgbClr val="6AA3FF"/>
                </a:solidFill>
                <a:latin typeface="Avenir Next"/>
                <a:ea typeface="Avenir Next"/>
                <a:cs typeface="Avenir Next"/>
              </a:defRPr>
            </a:pPr>
            <a:r>
              <a:rPr sz="863" b="1">
                <a:solidFill>
                  <a:srgbClr val="6AA3FF"/>
                </a:solidFill>
                <a:latin typeface="Avenir Next"/>
                <a:ea typeface="Avenir Next"/>
                <a:cs typeface="Avenir Next"/>
              </a:rPr>
              <a:t>Alternance • Nestle Purina</a:t>
            </a:r>
          </a:p>
        </p:txBody>
      </p:sp>
      <p:sp>
        <p:nvSpPr>
          <p:cNvPr id="14" name="">
            <a:extLst xmlns:a="http://schemas.openxmlformats.org/drawingml/2006/main">
              <a:ext uri="{FF2B5EF4-FFF2-40B4-BE49-F238E27FC236}">
                <a16:creationId xmlns:a16="http://schemas.microsoft.com/office/drawing/2014/main" id="{9491EE95-DB78-4B79-8C90-1B890CE205B3}"/>
              </a:ext>
            </a:extLst>
          </p:cNvPr>
          <p:cNvSpPr>
            <a:spLocks xmlns:a="http://schemas.openxmlformats.org/drawingml/2006/main" noGrp="1"/>
          </p:cNvSpPr>
          <p:nvPr/>
        </p:nvSpPr>
        <p:spPr>
          <a:xfrm xmlns:a="http://schemas.openxmlformats.org/drawingml/2006/main">
            <a:off x="1504950" y="2800350"/>
            <a:ext cx="41719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C8D0DC"/>
                </a:solidFill>
                <a:latin typeface="Avenir Next"/>
                <a:ea typeface="Avenir Next"/>
                <a:cs typeface="Avenir Next"/>
              </a:defRPr>
            </a:pPr>
            <a:r>
              <a:rPr sz="788" b="0">
                <a:solidFill>
                  <a:srgbClr val="C8D0DC"/>
                </a:solidFill>
                <a:latin typeface="Avenir Next"/>
                <a:ea typeface="Avenir Next"/>
                <a:cs typeface="Avenir Next"/>
              </a:rPr>
              <a:t>2024-2026 • Montfort-sur-Risle</a:t>
            </a:r>
          </a:p>
        </p:txBody>
      </p:sp>
      <p:sp>
        <p:nvSpPr>
          <p:cNvPr id="15" name="">
            <a:extLst xmlns:a="http://schemas.openxmlformats.org/drawingml/2006/main">
              <a:ext uri="{FF2B5EF4-FFF2-40B4-BE49-F238E27FC236}">
                <a16:creationId xmlns:a16="http://schemas.microsoft.com/office/drawing/2014/main" id="{C629B49A-0C9C-4D84-A8BB-56D786D2013F}"/>
              </a:ext>
            </a:extLst>
          </p:cNvPr>
          <p:cNvSpPr>
            <a:spLocks xmlns:a="http://schemas.openxmlformats.org/drawingml/2006/main" noGrp="1"/>
          </p:cNvSpPr>
          <p:nvPr/>
        </p:nvSpPr>
        <p:spPr>
          <a:xfrm xmlns:a="http://schemas.openxmlformats.org/drawingml/2006/main">
            <a:off x="838200" y="3009900"/>
            <a:ext cx="48768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EAF0F9"/>
                </a:solidFill>
                <a:latin typeface="Avenir Next"/>
                <a:ea typeface="Avenir Next"/>
                <a:cs typeface="Avenir Next"/>
              </a:defRPr>
            </a:pPr>
            <a:r>
              <a:rPr sz="788" b="0">
                <a:solidFill>
                  <a:srgbClr val="EAF0F9"/>
                </a:solidFill>
                <a:latin typeface="Avenir Next"/>
                <a:ea typeface="Avenir Next"/>
                <a:cs typeface="Avenir Next"/>
              </a:rPr>
              <a:t>Migration Windows 11 • Support utilisateur</a:t>
            </a:r>
          </a:p>
        </p:txBody>
      </p:sp>
      <p:sp>
        <p:nvSpPr>
          <p:cNvPr id="16" name="">
            <a:extLst xmlns:a="http://schemas.openxmlformats.org/drawingml/2006/main">
              <a:ext uri="{FF2B5EF4-FFF2-40B4-BE49-F238E27FC236}">
                <a16:creationId xmlns:a16="http://schemas.microsoft.com/office/drawing/2014/main" id="{D2D5EA48-D20F-4BE3-A7BC-F0C26E5454D9}"/>
              </a:ext>
            </a:extLst>
          </p:cNvPr>
          <p:cNvSpPr>
            <a:spLocks xmlns:a="http://schemas.openxmlformats.org/drawingml/2006/main" noGrp="1"/>
          </p:cNvSpPr>
          <p:nvPr/>
        </p:nvSpPr>
        <p:spPr>
          <a:xfrm xmlns:a="http://schemas.openxmlformats.org/drawingml/2006/main">
            <a:off x="666750" y="3467100"/>
            <a:ext cx="5219700" cy="1143000"/>
          </a:xfrm>
          <a:prstGeom xmlns:a="http://schemas.openxmlformats.org/drawingml/2006/main" prst="roundRect">
            <a:avLst>
              <a:gd name="adj" fmla="val 6667"/>
            </a:avLst>
          </a:prstGeom>
          <a:solidFill xmlns:a="http://schemas.openxmlformats.org/drawingml/2006/main">
            <a:srgbClr val="1C2532"/>
          </a:solidFill>
          <a:ln xmlns:a="http://schemas.openxmlformats.org/drawingml/2006/main" w="9525">
            <a:solidFill>
              <a:srgbClr val="34445A"/>
            </a:solidFill>
            <a:prstDash val="solid"/>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7776a73e5adb403d"/>
          <a:stretch xmlns:a="http://schemas.openxmlformats.org/drawingml/2006/main"/>
        </p:blipFill>
        <p:spPr>
          <a:xfrm xmlns:a="http://schemas.openxmlformats.org/drawingml/2006/main">
            <a:off x="838200" y="3846392"/>
            <a:ext cx="533400" cy="117716"/>
          </a:xfrm>
          <a:prstGeom xmlns:a="http://schemas.openxmlformats.org/drawingml/2006/main" prst="rect">
            <a:avLst/>
          </a:prstGeom>
        </p:spPr>
      </p:pic>
      <p:sp>
        <p:nvSpPr>
          <p:cNvPr id="18" name="">
            <a:extLst xmlns:a="http://schemas.openxmlformats.org/drawingml/2006/main">
              <a:ext uri="{FF2B5EF4-FFF2-40B4-BE49-F238E27FC236}">
                <a16:creationId xmlns:a16="http://schemas.microsoft.com/office/drawing/2014/main" id="{6B080733-0D91-4EE3-A7FE-0DDF4CF9D1F9}"/>
              </a:ext>
            </a:extLst>
          </p:cNvPr>
          <p:cNvSpPr>
            <a:spLocks xmlns:a="http://schemas.openxmlformats.org/drawingml/2006/main" noGrp="1"/>
          </p:cNvSpPr>
          <p:nvPr/>
        </p:nvSpPr>
        <p:spPr>
          <a:xfrm xmlns:a="http://schemas.openxmlformats.org/drawingml/2006/main">
            <a:off x="1504950" y="3638550"/>
            <a:ext cx="41719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F5F6F8"/>
                </a:solidFill>
                <a:latin typeface="Avenir Next"/>
                <a:ea typeface="Avenir Next"/>
                <a:cs typeface="Avenir Next"/>
              </a:defRPr>
            </a:pPr>
            <a:r>
              <a:rPr sz="1125" b="1">
                <a:solidFill>
                  <a:srgbClr val="F5F6F8"/>
                </a:solidFill>
                <a:latin typeface="Avenir Next"/>
                <a:ea typeface="Avenir Next"/>
                <a:cs typeface="Avenir Next"/>
              </a:rPr>
              <a:t>Photographe independant</a:t>
            </a:r>
          </a:p>
        </p:txBody>
      </p:sp>
      <p:sp>
        <p:nvSpPr>
          <p:cNvPr id="19" name="">
            <a:extLst xmlns:a="http://schemas.openxmlformats.org/drawingml/2006/main">
              <a:ext uri="{FF2B5EF4-FFF2-40B4-BE49-F238E27FC236}">
                <a16:creationId xmlns:a16="http://schemas.microsoft.com/office/drawing/2014/main" id="{8FD6A098-8E1E-4D1B-AF9B-8386EFF74A9E}"/>
              </a:ext>
            </a:extLst>
          </p:cNvPr>
          <p:cNvSpPr>
            <a:spLocks xmlns:a="http://schemas.openxmlformats.org/drawingml/2006/main" noGrp="1"/>
          </p:cNvSpPr>
          <p:nvPr/>
        </p:nvSpPr>
        <p:spPr>
          <a:xfrm xmlns:a="http://schemas.openxmlformats.org/drawingml/2006/main">
            <a:off x="1504950" y="3924300"/>
            <a:ext cx="41719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1">
                <a:solidFill>
                  <a:srgbClr val="6AA3FF"/>
                </a:solidFill>
                <a:latin typeface="Avenir Next"/>
                <a:ea typeface="Avenir Next"/>
                <a:cs typeface="Avenir Next"/>
              </a:defRPr>
            </a:pPr>
            <a:r>
              <a:rPr sz="863" b="1">
                <a:solidFill>
                  <a:srgbClr val="6AA3FF"/>
                </a:solidFill>
                <a:latin typeface="Avenir Next"/>
                <a:ea typeface="Avenir Next"/>
                <a:cs typeface="Avenir Next"/>
              </a:rPr>
              <a:t>Micro-entreprise • Luca Dhml Photos</a:t>
            </a:r>
          </a:p>
        </p:txBody>
      </p:sp>
      <p:sp>
        <p:nvSpPr>
          <p:cNvPr id="20" name="">
            <a:extLst xmlns:a="http://schemas.openxmlformats.org/drawingml/2006/main">
              <a:ext uri="{FF2B5EF4-FFF2-40B4-BE49-F238E27FC236}">
                <a16:creationId xmlns:a16="http://schemas.microsoft.com/office/drawing/2014/main" id="{1445F586-CABC-438D-AB50-0894EFB3AD3B}"/>
              </a:ext>
            </a:extLst>
          </p:cNvPr>
          <p:cNvSpPr>
            <a:spLocks xmlns:a="http://schemas.openxmlformats.org/drawingml/2006/main" noGrp="1"/>
          </p:cNvSpPr>
          <p:nvPr/>
        </p:nvSpPr>
        <p:spPr>
          <a:xfrm xmlns:a="http://schemas.openxmlformats.org/drawingml/2006/main">
            <a:off x="1504950" y="4114800"/>
            <a:ext cx="41719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C8D0DC"/>
                </a:solidFill>
                <a:latin typeface="Avenir Next"/>
                <a:ea typeface="Avenir Next"/>
                <a:cs typeface="Avenir Next"/>
              </a:defRPr>
            </a:pPr>
            <a:r>
              <a:rPr sz="788" b="0">
                <a:solidFill>
                  <a:srgbClr val="C8D0DC"/>
                </a:solidFill>
                <a:latin typeface="Avenir Next"/>
                <a:ea typeface="Avenir Next"/>
                <a:cs typeface="Avenir Next"/>
              </a:rPr>
              <a:t>2022-2026 • Activite freelance</a:t>
            </a:r>
          </a:p>
        </p:txBody>
      </p:sp>
      <p:sp>
        <p:nvSpPr>
          <p:cNvPr id="21" name="">
            <a:extLst xmlns:a="http://schemas.openxmlformats.org/drawingml/2006/main">
              <a:ext uri="{FF2B5EF4-FFF2-40B4-BE49-F238E27FC236}">
                <a16:creationId xmlns:a16="http://schemas.microsoft.com/office/drawing/2014/main" id="{A9F72DAF-1503-4F4B-A13E-7FC521B75F2B}"/>
              </a:ext>
            </a:extLst>
          </p:cNvPr>
          <p:cNvSpPr>
            <a:spLocks xmlns:a="http://schemas.openxmlformats.org/drawingml/2006/main" noGrp="1"/>
          </p:cNvSpPr>
          <p:nvPr/>
        </p:nvSpPr>
        <p:spPr>
          <a:xfrm xmlns:a="http://schemas.openxmlformats.org/drawingml/2006/main">
            <a:off x="838200" y="4324350"/>
            <a:ext cx="48768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EAF0F9"/>
                </a:solidFill>
                <a:latin typeface="Avenir Next"/>
                <a:ea typeface="Avenir Next"/>
                <a:cs typeface="Avenir Next"/>
              </a:defRPr>
            </a:pPr>
            <a:r>
              <a:rPr sz="788" b="0">
                <a:solidFill>
                  <a:srgbClr val="EAF0F9"/>
                </a:solidFill>
                <a:latin typeface="Avenir Next"/>
                <a:ea typeface="Avenir Next"/>
                <a:cs typeface="Avenir Next"/>
              </a:rPr>
              <a:t>Relation client • Production numerique</a:t>
            </a:r>
          </a:p>
        </p:txBody>
      </p:sp>
      <p:sp>
        <p:nvSpPr>
          <p:cNvPr id="22" name="">
            <a:extLst xmlns:a="http://schemas.openxmlformats.org/drawingml/2006/main">
              <a:ext uri="{FF2B5EF4-FFF2-40B4-BE49-F238E27FC236}">
                <a16:creationId xmlns:a16="http://schemas.microsoft.com/office/drawing/2014/main" id="{6FC4238A-36BC-4917-BE23-068FDA612C73}"/>
              </a:ext>
            </a:extLst>
          </p:cNvPr>
          <p:cNvSpPr>
            <a:spLocks xmlns:a="http://schemas.openxmlformats.org/drawingml/2006/main" noGrp="1"/>
          </p:cNvSpPr>
          <p:nvPr/>
        </p:nvSpPr>
        <p:spPr>
          <a:xfrm xmlns:a="http://schemas.openxmlformats.org/drawingml/2006/main">
            <a:off x="666750" y="4781550"/>
            <a:ext cx="5219700" cy="1143000"/>
          </a:xfrm>
          <a:prstGeom xmlns:a="http://schemas.openxmlformats.org/drawingml/2006/main" prst="roundRect">
            <a:avLst>
              <a:gd name="adj" fmla="val 6667"/>
            </a:avLst>
          </a:prstGeom>
          <a:solidFill xmlns:a="http://schemas.openxmlformats.org/drawingml/2006/main">
            <a:srgbClr val="1C2532"/>
          </a:solidFill>
          <a:ln xmlns:a="http://schemas.openxmlformats.org/drawingml/2006/main" w="9525">
            <a:solidFill>
              <a:srgbClr val="34445A"/>
            </a:solidFill>
            <a:prstDash val="solid"/>
          </a:ln>
        </p:spPr>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71bdf733a4d445aa"/>
          <a:stretch xmlns:a="http://schemas.openxmlformats.org/drawingml/2006/main"/>
        </p:blipFill>
        <p:spPr>
          <a:xfrm xmlns:a="http://schemas.openxmlformats.org/drawingml/2006/main">
            <a:off x="838200" y="5041900"/>
            <a:ext cx="533400" cy="355600"/>
          </a:xfrm>
          <a:prstGeom xmlns:a="http://schemas.openxmlformats.org/drawingml/2006/main" prst="rect">
            <a:avLst/>
          </a:prstGeom>
        </p:spPr>
      </p:pic>
      <p:sp>
        <p:nvSpPr>
          <p:cNvPr id="24" name="">
            <a:extLst xmlns:a="http://schemas.openxmlformats.org/drawingml/2006/main">
              <a:ext uri="{FF2B5EF4-FFF2-40B4-BE49-F238E27FC236}">
                <a16:creationId xmlns:a16="http://schemas.microsoft.com/office/drawing/2014/main" id="{2C5DB066-AAFF-4C77-9B38-37AAB12DD48A}"/>
              </a:ext>
            </a:extLst>
          </p:cNvPr>
          <p:cNvSpPr>
            <a:spLocks xmlns:a="http://schemas.openxmlformats.org/drawingml/2006/main" noGrp="1"/>
          </p:cNvSpPr>
          <p:nvPr/>
        </p:nvSpPr>
        <p:spPr>
          <a:xfrm xmlns:a="http://schemas.openxmlformats.org/drawingml/2006/main">
            <a:off x="1504950" y="4953000"/>
            <a:ext cx="41719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F5F6F8"/>
                </a:solidFill>
                <a:latin typeface="Avenir Next"/>
                <a:ea typeface="Avenir Next"/>
                <a:cs typeface="Avenir Next"/>
              </a:defRPr>
            </a:pPr>
            <a:r>
              <a:rPr sz="1125" b="1">
                <a:solidFill>
                  <a:srgbClr val="F5F6F8"/>
                </a:solidFill>
                <a:latin typeface="Avenir Next"/>
                <a:ea typeface="Avenir Next"/>
                <a:cs typeface="Avenir Next"/>
              </a:rPr>
              <a:t>Technicien de laboratoire</a:t>
            </a:r>
          </a:p>
        </p:txBody>
      </p:sp>
      <p:sp>
        <p:nvSpPr>
          <p:cNvPr id="25" name="">
            <a:extLst xmlns:a="http://schemas.openxmlformats.org/drawingml/2006/main">
              <a:ext uri="{FF2B5EF4-FFF2-40B4-BE49-F238E27FC236}">
                <a16:creationId xmlns:a16="http://schemas.microsoft.com/office/drawing/2014/main" id="{00040A1A-D5B5-484E-B5D7-62549446CA38}"/>
              </a:ext>
            </a:extLst>
          </p:cNvPr>
          <p:cNvSpPr>
            <a:spLocks xmlns:a="http://schemas.openxmlformats.org/drawingml/2006/main" noGrp="1"/>
          </p:cNvSpPr>
          <p:nvPr/>
        </p:nvSpPr>
        <p:spPr>
          <a:xfrm xmlns:a="http://schemas.openxmlformats.org/drawingml/2006/main">
            <a:off x="1504950" y="5238750"/>
            <a:ext cx="41719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1">
                <a:solidFill>
                  <a:srgbClr val="6AA3FF"/>
                </a:solidFill>
                <a:latin typeface="Avenir Next"/>
                <a:ea typeface="Avenir Next"/>
                <a:cs typeface="Avenir Next"/>
              </a:defRPr>
            </a:pPr>
            <a:r>
              <a:rPr sz="863" b="1">
                <a:solidFill>
                  <a:srgbClr val="6AA3FF"/>
                </a:solidFill>
                <a:latin typeface="Avenir Next"/>
                <a:ea typeface="Avenir Next"/>
                <a:cs typeface="Avenir Next"/>
              </a:rPr>
              <a:t>CDD • Centre Henri Becquerel</a:t>
            </a:r>
          </a:p>
        </p:txBody>
      </p:sp>
      <p:sp>
        <p:nvSpPr>
          <p:cNvPr id="26" name="">
            <a:extLst xmlns:a="http://schemas.openxmlformats.org/drawingml/2006/main">
              <a:ext uri="{FF2B5EF4-FFF2-40B4-BE49-F238E27FC236}">
                <a16:creationId xmlns:a16="http://schemas.microsoft.com/office/drawing/2014/main" id="{7C26B959-3896-4E6C-A02B-1B181DA66904}"/>
              </a:ext>
            </a:extLst>
          </p:cNvPr>
          <p:cNvSpPr>
            <a:spLocks xmlns:a="http://schemas.openxmlformats.org/drawingml/2006/main" noGrp="1"/>
          </p:cNvSpPr>
          <p:nvPr/>
        </p:nvSpPr>
        <p:spPr>
          <a:xfrm xmlns:a="http://schemas.openxmlformats.org/drawingml/2006/main">
            <a:off x="1504950" y="5429250"/>
            <a:ext cx="41719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C8D0DC"/>
                </a:solidFill>
                <a:latin typeface="Avenir Next"/>
                <a:ea typeface="Avenir Next"/>
                <a:cs typeface="Avenir Next"/>
              </a:defRPr>
            </a:pPr>
            <a:r>
              <a:rPr sz="788" b="0">
                <a:solidFill>
                  <a:srgbClr val="C8D0DC"/>
                </a:solidFill>
                <a:latin typeface="Avenir Next"/>
                <a:ea typeface="Avenir Next"/>
                <a:cs typeface="Avenir Next"/>
              </a:rPr>
              <a:t>2023-2024 • Rouen</a:t>
            </a:r>
          </a:p>
        </p:txBody>
      </p:sp>
      <p:sp>
        <p:nvSpPr>
          <p:cNvPr id="27" name="">
            <a:extLst xmlns:a="http://schemas.openxmlformats.org/drawingml/2006/main">
              <a:ext uri="{FF2B5EF4-FFF2-40B4-BE49-F238E27FC236}">
                <a16:creationId xmlns:a16="http://schemas.microsoft.com/office/drawing/2014/main" id="{7D0A0C6A-658F-4B56-8B87-C2D1CCA6F258}"/>
              </a:ext>
            </a:extLst>
          </p:cNvPr>
          <p:cNvSpPr>
            <a:spLocks xmlns:a="http://schemas.openxmlformats.org/drawingml/2006/main" noGrp="1"/>
          </p:cNvSpPr>
          <p:nvPr/>
        </p:nvSpPr>
        <p:spPr>
          <a:xfrm xmlns:a="http://schemas.openxmlformats.org/drawingml/2006/main">
            <a:off x="838200" y="5638800"/>
            <a:ext cx="48768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EAF0F9"/>
                </a:solidFill>
                <a:latin typeface="Avenir Next"/>
                <a:ea typeface="Avenir Next"/>
                <a:cs typeface="Avenir Next"/>
              </a:defRPr>
            </a:pPr>
            <a:r>
              <a:rPr sz="788" b="0">
                <a:solidFill>
                  <a:srgbClr val="EAF0F9"/>
                </a:solidFill>
                <a:latin typeface="Avenir Next"/>
                <a:ea typeface="Avenir Next"/>
                <a:cs typeface="Avenir Next"/>
              </a:rPr>
              <a:t>Analyses • Suivi des consommables</a:t>
            </a:r>
          </a:p>
        </p:txBody>
      </p:sp>
      <p:sp>
        <p:nvSpPr>
          <p:cNvPr id="28" name="">
            <a:extLst xmlns:a="http://schemas.openxmlformats.org/drawingml/2006/main">
              <a:ext uri="{FF2B5EF4-FFF2-40B4-BE49-F238E27FC236}">
                <a16:creationId xmlns:a16="http://schemas.microsoft.com/office/drawing/2014/main" id="{38B47D42-AEE3-4262-8249-94537EFC0616}"/>
              </a:ext>
            </a:extLst>
          </p:cNvPr>
          <p:cNvSpPr>
            <a:spLocks xmlns:a="http://schemas.openxmlformats.org/drawingml/2006/main" noGrp="1"/>
          </p:cNvSpPr>
          <p:nvPr/>
        </p:nvSpPr>
        <p:spPr>
          <a:xfrm xmlns:a="http://schemas.openxmlformats.org/drawingml/2006/main">
            <a:off x="6305550" y="2152650"/>
            <a:ext cx="5219700" cy="1143000"/>
          </a:xfrm>
          <a:prstGeom xmlns:a="http://schemas.openxmlformats.org/drawingml/2006/main" prst="roundRect">
            <a:avLst>
              <a:gd name="adj" fmla="val 6667"/>
            </a:avLst>
          </a:prstGeom>
          <a:solidFill xmlns:a="http://schemas.openxmlformats.org/drawingml/2006/main">
            <a:srgbClr val="1C2532"/>
          </a:solidFill>
          <a:ln xmlns:a="http://schemas.openxmlformats.org/drawingml/2006/main" w="9525">
            <a:solidFill>
              <a:srgbClr val="34445A"/>
            </a:solidFill>
            <a:prstDash val="solid"/>
          </a:ln>
        </p:spPr>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7894f27a0e8b4cbb"/>
          <a:stretch xmlns:a="http://schemas.openxmlformats.org/drawingml/2006/main"/>
        </p:blipFill>
        <p:spPr>
          <a:xfrm xmlns:a="http://schemas.openxmlformats.org/drawingml/2006/main">
            <a:off x="6477000" y="2324100"/>
            <a:ext cx="533400" cy="533400"/>
          </a:xfrm>
          <a:prstGeom xmlns:a="http://schemas.openxmlformats.org/drawingml/2006/main" prst="rect">
            <a:avLst/>
          </a:prstGeom>
        </p:spPr>
      </p:pic>
      <p:sp>
        <p:nvSpPr>
          <p:cNvPr id="30" name="">
            <a:extLst xmlns:a="http://schemas.openxmlformats.org/drawingml/2006/main">
              <a:ext uri="{FF2B5EF4-FFF2-40B4-BE49-F238E27FC236}">
                <a16:creationId xmlns:a16="http://schemas.microsoft.com/office/drawing/2014/main" id="{176C24F1-C229-4A81-9695-369366A51093}"/>
              </a:ext>
            </a:extLst>
          </p:cNvPr>
          <p:cNvSpPr>
            <a:spLocks xmlns:a="http://schemas.openxmlformats.org/drawingml/2006/main" noGrp="1"/>
          </p:cNvSpPr>
          <p:nvPr/>
        </p:nvSpPr>
        <p:spPr>
          <a:xfrm xmlns:a="http://schemas.openxmlformats.org/drawingml/2006/main">
            <a:off x="7143750" y="2324100"/>
            <a:ext cx="41719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F5F6F8"/>
                </a:solidFill>
                <a:latin typeface="Avenir Next"/>
                <a:ea typeface="Avenir Next"/>
                <a:cs typeface="Avenir Next"/>
              </a:defRPr>
            </a:pPr>
            <a:r>
              <a:rPr sz="1125" b="1">
                <a:solidFill>
                  <a:srgbClr val="F5F6F8"/>
                </a:solidFill>
                <a:latin typeface="Avenir Next"/>
                <a:ea typeface="Avenir Next"/>
                <a:cs typeface="Avenir Next"/>
              </a:rPr>
              <a:t>BTS SIO option SISR</a:t>
            </a:r>
          </a:p>
        </p:txBody>
      </p:sp>
      <p:sp>
        <p:nvSpPr>
          <p:cNvPr id="31" name="">
            <a:extLst xmlns:a="http://schemas.openxmlformats.org/drawingml/2006/main">
              <a:ext uri="{FF2B5EF4-FFF2-40B4-BE49-F238E27FC236}">
                <a16:creationId xmlns:a16="http://schemas.microsoft.com/office/drawing/2014/main" id="{888019EE-12EF-456B-BDA8-367F43365ED6}"/>
              </a:ext>
            </a:extLst>
          </p:cNvPr>
          <p:cNvSpPr>
            <a:spLocks xmlns:a="http://schemas.openxmlformats.org/drawingml/2006/main" noGrp="1"/>
          </p:cNvSpPr>
          <p:nvPr/>
        </p:nvSpPr>
        <p:spPr>
          <a:xfrm xmlns:a="http://schemas.openxmlformats.org/drawingml/2006/main">
            <a:off x="7143750" y="2609850"/>
            <a:ext cx="41719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1">
                <a:solidFill>
                  <a:srgbClr val="6AA3FF"/>
                </a:solidFill>
                <a:latin typeface="Avenir Next"/>
                <a:ea typeface="Avenir Next"/>
                <a:cs typeface="Avenir Next"/>
              </a:defRPr>
            </a:pPr>
            <a:r>
              <a:rPr sz="863" b="1">
                <a:solidFill>
                  <a:srgbClr val="6AA3FF"/>
                </a:solidFill>
                <a:latin typeface="Avenir Next"/>
                <a:ea typeface="Avenir Next"/>
                <a:cs typeface="Avenir Next"/>
              </a:rPr>
              <a:t>Mediaschool Iris • Rouen</a:t>
            </a:r>
          </a:p>
        </p:txBody>
      </p:sp>
      <p:sp>
        <p:nvSpPr>
          <p:cNvPr id="32" name="">
            <a:extLst xmlns:a="http://schemas.openxmlformats.org/drawingml/2006/main">
              <a:ext uri="{FF2B5EF4-FFF2-40B4-BE49-F238E27FC236}">
                <a16:creationId xmlns:a16="http://schemas.microsoft.com/office/drawing/2014/main" id="{445CE14F-F86A-4CC0-B401-53113ED4AEE7}"/>
              </a:ext>
            </a:extLst>
          </p:cNvPr>
          <p:cNvSpPr>
            <a:spLocks xmlns:a="http://schemas.openxmlformats.org/drawingml/2006/main" noGrp="1"/>
          </p:cNvSpPr>
          <p:nvPr/>
        </p:nvSpPr>
        <p:spPr>
          <a:xfrm xmlns:a="http://schemas.openxmlformats.org/drawingml/2006/main">
            <a:off x="7143750" y="2800350"/>
            <a:ext cx="41719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C8D0DC"/>
                </a:solidFill>
                <a:latin typeface="Avenir Next"/>
                <a:ea typeface="Avenir Next"/>
                <a:cs typeface="Avenir Next"/>
              </a:defRPr>
            </a:pPr>
            <a:r>
              <a:rPr sz="788" b="0">
                <a:solidFill>
                  <a:srgbClr val="C8D0DC"/>
                </a:solidFill>
                <a:latin typeface="Avenir Next"/>
                <a:ea typeface="Avenir Next"/>
                <a:cs typeface="Avenir Next"/>
              </a:rPr>
              <a:t>2024-2026 • Rouen</a:t>
            </a:r>
          </a:p>
        </p:txBody>
      </p:sp>
      <p:sp>
        <p:nvSpPr>
          <p:cNvPr id="33" name="">
            <a:extLst xmlns:a="http://schemas.openxmlformats.org/drawingml/2006/main">
              <a:ext uri="{FF2B5EF4-FFF2-40B4-BE49-F238E27FC236}">
                <a16:creationId xmlns:a16="http://schemas.microsoft.com/office/drawing/2014/main" id="{B8DCD224-D62E-409F-965B-19DC6A6A9F71}"/>
              </a:ext>
            </a:extLst>
          </p:cNvPr>
          <p:cNvSpPr>
            <a:spLocks xmlns:a="http://schemas.openxmlformats.org/drawingml/2006/main" noGrp="1"/>
          </p:cNvSpPr>
          <p:nvPr/>
        </p:nvSpPr>
        <p:spPr>
          <a:xfrm xmlns:a="http://schemas.openxmlformats.org/drawingml/2006/main">
            <a:off x="6477000" y="3009900"/>
            <a:ext cx="48768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EAF0F9"/>
                </a:solidFill>
                <a:latin typeface="Avenir Next"/>
                <a:ea typeface="Avenir Next"/>
                <a:cs typeface="Avenir Next"/>
              </a:defRPr>
            </a:pPr>
            <a:r>
              <a:rPr sz="788" b="0">
                <a:solidFill>
                  <a:srgbClr val="EAF0F9"/>
                </a:solidFill>
                <a:latin typeface="Avenir Next"/>
                <a:ea typeface="Avenir Next"/>
                <a:cs typeface="Avenir Next"/>
              </a:rPr>
              <a:t>Parcours de formation en lien avec l'evolution de mon projet professionnel.</a:t>
            </a:r>
          </a:p>
        </p:txBody>
      </p:sp>
      <p:sp>
        <p:nvSpPr>
          <p:cNvPr id="34" name="">
            <a:extLst xmlns:a="http://schemas.openxmlformats.org/drawingml/2006/main">
              <a:ext uri="{FF2B5EF4-FFF2-40B4-BE49-F238E27FC236}">
                <a16:creationId xmlns:a16="http://schemas.microsoft.com/office/drawing/2014/main" id="{AD3EE30C-0431-4E7B-99F4-0B7F7BB1D0D3}"/>
              </a:ext>
            </a:extLst>
          </p:cNvPr>
          <p:cNvSpPr>
            <a:spLocks xmlns:a="http://schemas.openxmlformats.org/drawingml/2006/main" noGrp="1"/>
          </p:cNvSpPr>
          <p:nvPr/>
        </p:nvSpPr>
        <p:spPr>
          <a:xfrm xmlns:a="http://schemas.openxmlformats.org/drawingml/2006/main">
            <a:off x="6305550" y="3467100"/>
            <a:ext cx="5219700" cy="1143000"/>
          </a:xfrm>
          <a:prstGeom xmlns:a="http://schemas.openxmlformats.org/drawingml/2006/main" prst="roundRect">
            <a:avLst>
              <a:gd name="adj" fmla="val 6667"/>
            </a:avLst>
          </a:prstGeom>
          <a:solidFill xmlns:a="http://schemas.openxmlformats.org/drawingml/2006/main">
            <a:srgbClr val="1C2532"/>
          </a:solidFill>
          <a:ln xmlns:a="http://schemas.openxmlformats.org/drawingml/2006/main" w="9525">
            <a:solidFill>
              <a:srgbClr val="34445A"/>
            </a:solidFill>
            <a:prstDash val="solid"/>
          </a:ln>
        </p:spPr>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603ed786c6144138"/>
          <a:stretch xmlns:a="http://schemas.openxmlformats.org/drawingml/2006/main"/>
        </p:blipFill>
        <p:spPr>
          <a:xfrm xmlns:a="http://schemas.openxmlformats.org/drawingml/2006/main">
            <a:off x="6477000" y="3754458"/>
            <a:ext cx="533400" cy="301585"/>
          </a:xfrm>
          <a:prstGeom xmlns:a="http://schemas.openxmlformats.org/drawingml/2006/main" prst="rect">
            <a:avLst/>
          </a:prstGeom>
        </p:spPr>
      </p:pic>
      <p:sp>
        <p:nvSpPr>
          <p:cNvPr id="36" name="">
            <a:extLst xmlns:a="http://schemas.openxmlformats.org/drawingml/2006/main">
              <a:ext uri="{FF2B5EF4-FFF2-40B4-BE49-F238E27FC236}">
                <a16:creationId xmlns:a16="http://schemas.microsoft.com/office/drawing/2014/main" id="{7DD6DEF3-DFC6-4A8C-8BFF-E887E9FAE7E4}"/>
              </a:ext>
            </a:extLst>
          </p:cNvPr>
          <p:cNvSpPr>
            <a:spLocks xmlns:a="http://schemas.openxmlformats.org/drawingml/2006/main" noGrp="1"/>
          </p:cNvSpPr>
          <p:nvPr/>
        </p:nvSpPr>
        <p:spPr>
          <a:xfrm xmlns:a="http://schemas.openxmlformats.org/drawingml/2006/main">
            <a:off x="7143750" y="3638550"/>
            <a:ext cx="41719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F5F6F8"/>
                </a:solidFill>
                <a:latin typeface="Avenir Next"/>
                <a:ea typeface="Avenir Next"/>
                <a:cs typeface="Avenir Next"/>
              </a:defRPr>
            </a:pPr>
            <a:r>
              <a:rPr sz="1125" b="1">
                <a:solidFill>
                  <a:srgbClr val="F5F6F8"/>
                </a:solidFill>
                <a:latin typeface="Avenir Next"/>
                <a:ea typeface="Avenir Next"/>
                <a:cs typeface="Avenir Next"/>
              </a:rPr>
              <a:t>BTS ABM</a:t>
            </a:r>
          </a:p>
        </p:txBody>
      </p:sp>
      <p:sp>
        <p:nvSpPr>
          <p:cNvPr id="37" name="">
            <a:extLst xmlns:a="http://schemas.openxmlformats.org/drawingml/2006/main">
              <a:ext uri="{FF2B5EF4-FFF2-40B4-BE49-F238E27FC236}">
                <a16:creationId xmlns:a16="http://schemas.microsoft.com/office/drawing/2014/main" id="{C694A5C0-C660-4F65-9B06-99FDBB5ACDF4}"/>
              </a:ext>
            </a:extLst>
          </p:cNvPr>
          <p:cNvSpPr>
            <a:spLocks xmlns:a="http://schemas.openxmlformats.org/drawingml/2006/main" noGrp="1"/>
          </p:cNvSpPr>
          <p:nvPr/>
        </p:nvSpPr>
        <p:spPr>
          <a:xfrm xmlns:a="http://schemas.openxmlformats.org/drawingml/2006/main">
            <a:off x="7143750" y="3924300"/>
            <a:ext cx="41719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1">
                <a:solidFill>
                  <a:srgbClr val="6AA3FF"/>
                </a:solidFill>
                <a:latin typeface="Avenir Next"/>
                <a:ea typeface="Avenir Next"/>
                <a:cs typeface="Avenir Next"/>
              </a:defRPr>
            </a:pPr>
            <a:r>
              <a:rPr sz="863" b="1">
                <a:solidFill>
                  <a:srgbClr val="6AA3FF"/>
                </a:solidFill>
                <a:latin typeface="Avenir Next"/>
                <a:ea typeface="Avenir Next"/>
                <a:cs typeface="Avenir Next"/>
              </a:rPr>
              <a:t>AFBB • Paris</a:t>
            </a:r>
          </a:p>
        </p:txBody>
      </p:sp>
      <p:sp>
        <p:nvSpPr>
          <p:cNvPr id="38" name="">
            <a:extLst xmlns:a="http://schemas.openxmlformats.org/drawingml/2006/main">
              <a:ext uri="{FF2B5EF4-FFF2-40B4-BE49-F238E27FC236}">
                <a16:creationId xmlns:a16="http://schemas.microsoft.com/office/drawing/2014/main" id="{D7AF62FF-926D-44F8-894D-436928C20A7B}"/>
              </a:ext>
            </a:extLst>
          </p:cNvPr>
          <p:cNvSpPr>
            <a:spLocks xmlns:a="http://schemas.openxmlformats.org/drawingml/2006/main" noGrp="1"/>
          </p:cNvSpPr>
          <p:nvPr/>
        </p:nvSpPr>
        <p:spPr>
          <a:xfrm xmlns:a="http://schemas.openxmlformats.org/drawingml/2006/main">
            <a:off x="7143750" y="4114800"/>
            <a:ext cx="41719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C8D0DC"/>
                </a:solidFill>
                <a:latin typeface="Avenir Next"/>
                <a:ea typeface="Avenir Next"/>
                <a:cs typeface="Avenir Next"/>
              </a:defRPr>
            </a:pPr>
            <a:r>
              <a:rPr sz="788" b="0">
                <a:solidFill>
                  <a:srgbClr val="C8D0DC"/>
                </a:solidFill>
                <a:latin typeface="Avenir Next"/>
                <a:ea typeface="Avenir Next"/>
                <a:cs typeface="Avenir Next"/>
              </a:rPr>
              <a:t>2021-2023 • Paris</a:t>
            </a:r>
          </a:p>
        </p:txBody>
      </p:sp>
      <p:sp>
        <p:nvSpPr>
          <p:cNvPr id="39" name="">
            <a:extLst xmlns:a="http://schemas.openxmlformats.org/drawingml/2006/main">
              <a:ext uri="{FF2B5EF4-FFF2-40B4-BE49-F238E27FC236}">
                <a16:creationId xmlns:a16="http://schemas.microsoft.com/office/drawing/2014/main" id="{63758066-24EA-43C7-AF54-0268F447A210}"/>
              </a:ext>
            </a:extLst>
          </p:cNvPr>
          <p:cNvSpPr>
            <a:spLocks xmlns:a="http://schemas.openxmlformats.org/drawingml/2006/main" noGrp="1"/>
          </p:cNvSpPr>
          <p:nvPr/>
        </p:nvSpPr>
        <p:spPr>
          <a:xfrm xmlns:a="http://schemas.openxmlformats.org/drawingml/2006/main">
            <a:off x="6477000" y="4324350"/>
            <a:ext cx="48768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EAF0F9"/>
                </a:solidFill>
                <a:latin typeface="Avenir Next"/>
                <a:ea typeface="Avenir Next"/>
                <a:cs typeface="Avenir Next"/>
              </a:defRPr>
            </a:pPr>
            <a:r>
              <a:rPr sz="788" b="0">
                <a:solidFill>
                  <a:srgbClr val="EAF0F9"/>
                </a:solidFill>
                <a:latin typeface="Avenir Next"/>
                <a:ea typeface="Avenir Next"/>
                <a:cs typeface="Avenir Next"/>
              </a:rPr>
              <a:t>Parcours de formation en lien avec l'evolution de mon projet professionnel.</a:t>
            </a:r>
          </a:p>
        </p:txBody>
      </p:sp>
      <p:sp>
        <p:nvSpPr>
          <p:cNvPr id="40" name="">
            <a:extLst xmlns:a="http://schemas.openxmlformats.org/drawingml/2006/main">
              <a:ext uri="{FF2B5EF4-FFF2-40B4-BE49-F238E27FC236}">
                <a16:creationId xmlns:a16="http://schemas.microsoft.com/office/drawing/2014/main" id="{646CBDC0-7741-4609-AF4C-900165799ABD}"/>
              </a:ext>
            </a:extLst>
          </p:cNvPr>
          <p:cNvSpPr>
            <a:spLocks xmlns:a="http://schemas.openxmlformats.org/drawingml/2006/main" noGrp="1"/>
          </p:cNvSpPr>
          <p:nvPr/>
        </p:nvSpPr>
        <p:spPr>
          <a:xfrm xmlns:a="http://schemas.openxmlformats.org/drawingml/2006/main">
            <a:off x="6305550" y="4781550"/>
            <a:ext cx="5219700" cy="1143000"/>
          </a:xfrm>
          <a:prstGeom xmlns:a="http://schemas.openxmlformats.org/drawingml/2006/main" prst="roundRect">
            <a:avLst>
              <a:gd name="adj" fmla="val 6667"/>
            </a:avLst>
          </a:prstGeom>
          <a:solidFill xmlns:a="http://schemas.openxmlformats.org/drawingml/2006/main">
            <a:srgbClr val="1C2532"/>
          </a:solidFill>
          <a:ln xmlns:a="http://schemas.openxmlformats.org/drawingml/2006/main" w="9525">
            <a:solidFill>
              <a:srgbClr val="34445A"/>
            </a:solidFill>
            <a:prstDash val="solid"/>
          </a:ln>
        </p:spPr>
      </p:sp>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671c00cd28d2432f"/>
          <a:stretch xmlns:a="http://schemas.openxmlformats.org/drawingml/2006/main"/>
        </p:blipFill>
        <p:spPr>
          <a:xfrm xmlns:a="http://schemas.openxmlformats.org/drawingml/2006/main">
            <a:off x="6477000" y="4998339"/>
            <a:ext cx="533400" cy="442722"/>
          </a:xfrm>
          <a:prstGeom xmlns:a="http://schemas.openxmlformats.org/drawingml/2006/main" prst="rect">
            <a:avLst/>
          </a:prstGeom>
        </p:spPr>
      </p:pic>
      <p:sp>
        <p:nvSpPr>
          <p:cNvPr id="42" name="">
            <a:extLst xmlns:a="http://schemas.openxmlformats.org/drawingml/2006/main">
              <a:ext uri="{FF2B5EF4-FFF2-40B4-BE49-F238E27FC236}">
                <a16:creationId xmlns:a16="http://schemas.microsoft.com/office/drawing/2014/main" id="{88F205BC-1985-4137-A8C9-150277A6A67A}"/>
              </a:ext>
            </a:extLst>
          </p:cNvPr>
          <p:cNvSpPr>
            <a:spLocks xmlns:a="http://schemas.openxmlformats.org/drawingml/2006/main" noGrp="1"/>
          </p:cNvSpPr>
          <p:nvPr/>
        </p:nvSpPr>
        <p:spPr>
          <a:xfrm xmlns:a="http://schemas.openxmlformats.org/drawingml/2006/main">
            <a:off x="7143750" y="4953000"/>
            <a:ext cx="41719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F5F6F8"/>
                </a:solidFill>
                <a:latin typeface="Avenir Next"/>
                <a:ea typeface="Avenir Next"/>
                <a:cs typeface="Avenir Next"/>
              </a:defRPr>
            </a:pPr>
            <a:r>
              <a:rPr sz="1125" b="1">
                <a:solidFill>
                  <a:srgbClr val="F5F6F8"/>
                </a:solidFill>
                <a:latin typeface="Avenir Next"/>
                <a:ea typeface="Avenir Next"/>
                <a:cs typeface="Avenir Next"/>
              </a:rPr>
              <a:t>Baccalaureat STL</a:t>
            </a:r>
          </a:p>
        </p:txBody>
      </p:sp>
      <p:sp>
        <p:nvSpPr>
          <p:cNvPr id="43" name="">
            <a:extLst xmlns:a="http://schemas.openxmlformats.org/drawingml/2006/main">
              <a:ext uri="{FF2B5EF4-FFF2-40B4-BE49-F238E27FC236}">
                <a16:creationId xmlns:a16="http://schemas.microsoft.com/office/drawing/2014/main" id="{9ADF3D43-B8BD-4D78-8369-DC2F41CBD8CD}"/>
              </a:ext>
            </a:extLst>
          </p:cNvPr>
          <p:cNvSpPr>
            <a:spLocks xmlns:a="http://schemas.openxmlformats.org/drawingml/2006/main" noGrp="1"/>
          </p:cNvSpPr>
          <p:nvPr/>
        </p:nvSpPr>
        <p:spPr>
          <a:xfrm xmlns:a="http://schemas.openxmlformats.org/drawingml/2006/main">
            <a:off x="7143750" y="5238750"/>
            <a:ext cx="41719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1">
                <a:solidFill>
                  <a:srgbClr val="6AA3FF"/>
                </a:solidFill>
                <a:latin typeface="Avenir Next"/>
                <a:ea typeface="Avenir Next"/>
                <a:cs typeface="Avenir Next"/>
              </a:defRPr>
            </a:pPr>
            <a:r>
              <a:rPr sz="863" b="1">
                <a:solidFill>
                  <a:srgbClr val="6AA3FF"/>
                </a:solidFill>
                <a:latin typeface="Avenir Next"/>
                <a:ea typeface="Avenir Next"/>
                <a:cs typeface="Avenir Next"/>
              </a:rPr>
              <a:t>La Providence St Therese • Rouen</a:t>
            </a:r>
          </a:p>
        </p:txBody>
      </p:sp>
      <p:sp>
        <p:nvSpPr>
          <p:cNvPr id="44" name="">
            <a:extLst xmlns:a="http://schemas.openxmlformats.org/drawingml/2006/main">
              <a:ext uri="{FF2B5EF4-FFF2-40B4-BE49-F238E27FC236}">
                <a16:creationId xmlns:a16="http://schemas.microsoft.com/office/drawing/2014/main" id="{4DB9650E-145C-46B7-9543-4FD28A406E94}"/>
              </a:ext>
            </a:extLst>
          </p:cNvPr>
          <p:cNvSpPr>
            <a:spLocks xmlns:a="http://schemas.openxmlformats.org/drawingml/2006/main" noGrp="1"/>
          </p:cNvSpPr>
          <p:nvPr/>
        </p:nvSpPr>
        <p:spPr>
          <a:xfrm xmlns:a="http://schemas.openxmlformats.org/drawingml/2006/main">
            <a:off x="7143750" y="5429250"/>
            <a:ext cx="41719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C8D0DC"/>
                </a:solidFill>
                <a:latin typeface="Avenir Next"/>
                <a:ea typeface="Avenir Next"/>
                <a:cs typeface="Avenir Next"/>
              </a:defRPr>
            </a:pPr>
            <a:r>
              <a:rPr sz="788" b="0">
                <a:solidFill>
                  <a:srgbClr val="C8D0DC"/>
                </a:solidFill>
                <a:latin typeface="Avenir Next"/>
                <a:ea typeface="Avenir Next"/>
                <a:cs typeface="Avenir Next"/>
              </a:rPr>
              <a:t>2020-2021 • Rouen</a:t>
            </a:r>
          </a:p>
        </p:txBody>
      </p:sp>
      <p:sp>
        <p:nvSpPr>
          <p:cNvPr id="45" name="">
            <a:extLst xmlns:a="http://schemas.openxmlformats.org/drawingml/2006/main">
              <a:ext uri="{FF2B5EF4-FFF2-40B4-BE49-F238E27FC236}">
                <a16:creationId xmlns:a16="http://schemas.microsoft.com/office/drawing/2014/main" id="{0EBF5903-76E7-4E39-BD64-5F00DB7F7A6A}"/>
              </a:ext>
            </a:extLst>
          </p:cNvPr>
          <p:cNvSpPr>
            <a:spLocks xmlns:a="http://schemas.openxmlformats.org/drawingml/2006/main" noGrp="1"/>
          </p:cNvSpPr>
          <p:nvPr/>
        </p:nvSpPr>
        <p:spPr>
          <a:xfrm xmlns:a="http://schemas.openxmlformats.org/drawingml/2006/main">
            <a:off x="6477000" y="5638800"/>
            <a:ext cx="48768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EAF0F9"/>
                </a:solidFill>
                <a:latin typeface="Avenir Next"/>
                <a:ea typeface="Avenir Next"/>
                <a:cs typeface="Avenir Next"/>
              </a:defRPr>
            </a:pPr>
            <a:r>
              <a:rPr sz="788" b="0">
                <a:solidFill>
                  <a:srgbClr val="EAF0F9"/>
                </a:solidFill>
                <a:latin typeface="Avenir Next"/>
                <a:ea typeface="Avenir Next"/>
                <a:cs typeface="Avenir Next"/>
              </a:rPr>
              <a:t>Parcours de formation en lien avec l'evolution de mon projet professionnel.</a:t>
            </a:r>
          </a:p>
        </p:txBody>
      </p:sp>
      <p:sp>
        <p:nvSpPr>
          <p:cNvPr id="46" name="">
            <a:extLst xmlns:a="http://schemas.openxmlformats.org/drawingml/2006/main">
              <a:ext uri="{FF2B5EF4-FFF2-40B4-BE49-F238E27FC236}">
                <a16:creationId xmlns:a16="http://schemas.microsoft.com/office/drawing/2014/main" id="{BCEFC192-B69E-4305-8591-0DA7A7C1F426}"/>
              </a:ext>
            </a:extLst>
          </p:cNvPr>
          <p:cNvSpPr>
            <a:spLocks xmlns:a="http://schemas.openxmlformats.org/drawingml/2006/main" noGrp="1"/>
          </p:cNvSpPr>
          <p:nvPr/>
        </p:nvSpPr>
        <p:spPr>
          <a:xfrm xmlns:a="http://schemas.openxmlformats.org/drawingml/2006/main">
            <a:off x="666750" y="6438900"/>
            <a:ext cx="10858500" cy="9525"/>
          </a:xfrm>
          <a:prstGeom xmlns:a="http://schemas.openxmlformats.org/drawingml/2006/main" prst="rect">
            <a:avLst/>
          </a:prstGeom>
          <a:solidFill xmlns:a="http://schemas.openxmlformats.org/drawingml/2006/main">
            <a:srgbClr val="3A475C">
              <a:alpha val="66667"/>
            </a:srgbClr>
          </a:solidFill>
          <a:ln xmlns:a="http://schemas.openxmlformats.org/drawingml/2006/main" w="0">
            <a:solidFill>
              <a:srgbClr val="3A475C">
                <a:alpha val="66667"/>
              </a:srgbClr>
            </a:solidFill>
            <a:prstDash val="solid"/>
          </a:ln>
        </p:spPr>
      </p:sp>
      <p:sp>
        <p:nvSpPr>
          <p:cNvPr id="47" name="">
            <a:extLst xmlns:a="http://schemas.openxmlformats.org/drawingml/2006/main">
              <a:ext uri="{FF2B5EF4-FFF2-40B4-BE49-F238E27FC236}">
                <a16:creationId xmlns:a16="http://schemas.microsoft.com/office/drawing/2014/main" id="{2F45CE67-56FD-4B70-9225-129D21A8FBF1}"/>
              </a:ext>
            </a:extLst>
          </p:cNvPr>
          <p:cNvSpPr>
            <a:spLocks xmlns:a="http://schemas.openxmlformats.org/drawingml/2006/main" noGrp="1"/>
          </p:cNvSpPr>
          <p:nvPr/>
        </p:nvSpPr>
        <p:spPr>
          <a:xfrm xmlns:a="http://schemas.openxmlformats.org/drawingml/2006/main">
            <a:off x="666750" y="6534150"/>
            <a:ext cx="8572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C8D0DC"/>
                </a:solidFill>
                <a:latin typeface="Avenir Next"/>
                <a:ea typeface="Avenir Next"/>
                <a:cs typeface="Avenir Next"/>
              </a:defRPr>
            </a:pPr>
            <a:r>
              <a:rPr sz="638" b="0">
                <a:solidFill>
                  <a:srgbClr val="C8D0DC"/>
                </a:solidFill>
                <a:latin typeface="Avenir Next"/>
                <a:ea typeface="Avenir Next"/>
                <a:cs typeface="Avenir Next"/>
              </a:rPr>
              <a:t>Portfolio BTS SIO SISR</a:t>
            </a:r>
          </a:p>
        </p:txBody>
      </p:sp>
      <p:sp>
        <p:nvSpPr>
          <p:cNvPr id="48" name="">
            <a:extLst xmlns:a="http://schemas.openxmlformats.org/drawingml/2006/main">
              <a:ext uri="{FF2B5EF4-FFF2-40B4-BE49-F238E27FC236}">
                <a16:creationId xmlns:a16="http://schemas.microsoft.com/office/drawing/2014/main" id="{DB11BB6E-008F-4609-AAC2-FFA1D23C97F2}"/>
              </a:ext>
            </a:extLst>
          </p:cNvPr>
          <p:cNvSpPr>
            <a:spLocks xmlns:a="http://schemas.openxmlformats.org/drawingml/2006/main" noGrp="1"/>
          </p:cNvSpPr>
          <p:nvPr/>
        </p:nvSpPr>
        <p:spPr>
          <a:xfrm xmlns:a="http://schemas.openxmlformats.org/drawingml/2006/main">
            <a:off x="11049000" y="6496050"/>
            <a:ext cx="4762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825" b="1">
                <a:solidFill>
                  <a:srgbClr val="C8D0DC"/>
                </a:solidFill>
                <a:latin typeface="Avenir Next"/>
                <a:ea typeface="Avenir Next"/>
                <a:cs typeface="Avenir Next"/>
              </a:defRPr>
            </a:pPr>
            <a:r>
              <a:rPr sz="825" b="1">
                <a:solidFill>
                  <a:srgbClr val="C8D0DC"/>
                </a:solidFill>
                <a:latin typeface="Avenir Next"/>
                <a:ea typeface="Avenir Next"/>
                <a:cs typeface="Avenir Next"/>
              </a:rPr>
              <a:t>03</a:t>
            </a:r>
          </a:p>
        </p:txBody>
      </p:sp>
    </p:spTree>
    <p:extLst>
      <p:ext uri="{BB962C8B-B14F-4D97-AF65-F5344CB8AC3E}">
        <p14:creationId xmlns:p14="http://schemas.microsoft.com/office/powerpoint/2010/main" val="242430363"/>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7D38003-E467-4A65-A3BF-010358C8C6D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41922"/>
          </a:solidFill>
          <a:ln xmlns:a="http://schemas.openxmlformats.org/drawingml/2006/main" w="0">
            <a:solidFill>
              <a:srgbClr val="141922"/>
            </a:solidFill>
            <a:prstDash val="solid"/>
          </a:ln>
        </p:spPr>
      </p:sp>
      <p:sp>
        <p:nvSpPr>
          <p:cNvPr id="2" name="">
            <a:extLst xmlns:a="http://schemas.openxmlformats.org/drawingml/2006/main">
              <a:ext uri="{FF2B5EF4-FFF2-40B4-BE49-F238E27FC236}">
                <a16:creationId xmlns:a16="http://schemas.microsoft.com/office/drawing/2014/main" id="{1BC79037-AB07-402D-BFC9-B7E75CD7ECCB}"/>
              </a:ext>
            </a:extLst>
          </p:cNvPr>
          <p:cNvSpPr>
            <a:spLocks xmlns:a="http://schemas.openxmlformats.org/drawingml/2006/main" noGrp="1"/>
          </p:cNvSpPr>
          <p:nvPr/>
        </p:nvSpPr>
        <p:spPr>
          <a:xfrm xmlns:a="http://schemas.openxmlformats.org/drawingml/2006/main">
            <a:off x="-857250" y="-1428750"/>
            <a:ext cx="4953000" cy="4953000"/>
          </a:xfrm>
          <a:prstGeom xmlns:a="http://schemas.openxmlformats.org/drawingml/2006/main" prst="ellipse">
            <a:avLst/>
          </a:prstGeom>
          <a:solidFill xmlns:a="http://schemas.openxmlformats.org/drawingml/2006/main">
            <a:srgbClr val="6AA3FF">
              <a:alpha val="8627"/>
            </a:srgbClr>
          </a:solidFill>
          <a:ln xmlns:a="http://schemas.openxmlformats.org/drawingml/2006/main" w="0">
            <a:solidFill>
              <a:srgbClr val="6AA3FF">
                <a:alpha val="0"/>
              </a:srgbClr>
            </a:solidFill>
            <a:prstDash val="solid"/>
          </a:ln>
        </p:spPr>
      </p:sp>
      <p:sp>
        <p:nvSpPr>
          <p:cNvPr id="3" name="">
            <a:extLst xmlns:a="http://schemas.openxmlformats.org/drawingml/2006/main">
              <a:ext uri="{FF2B5EF4-FFF2-40B4-BE49-F238E27FC236}">
                <a16:creationId xmlns:a16="http://schemas.microsoft.com/office/drawing/2014/main" id="{375B3134-889F-401B-9E18-3E8F3B25A38F}"/>
              </a:ext>
            </a:extLst>
          </p:cNvPr>
          <p:cNvSpPr>
            <a:spLocks xmlns:a="http://schemas.openxmlformats.org/drawingml/2006/main" noGrp="1"/>
          </p:cNvSpPr>
          <p:nvPr/>
        </p:nvSpPr>
        <p:spPr>
          <a:xfrm xmlns:a="http://schemas.openxmlformats.org/drawingml/2006/main">
            <a:off x="8953500" y="-1143000"/>
            <a:ext cx="4000500" cy="4000500"/>
          </a:xfrm>
          <a:prstGeom xmlns:a="http://schemas.openxmlformats.org/drawingml/2006/main" prst="ellipse">
            <a:avLst/>
          </a:prstGeom>
          <a:solidFill xmlns:a="http://schemas.openxmlformats.org/drawingml/2006/main">
            <a:srgbClr val="8AB6FF">
              <a:alpha val="6275"/>
            </a:srgbClr>
          </a:solidFill>
          <a:ln xmlns:a="http://schemas.openxmlformats.org/drawingml/2006/main" w="0">
            <a:solidFill>
              <a:srgbClr val="8AB6FF">
                <a:alpha val="0"/>
              </a:srgbClr>
            </a:solidFill>
            <a:prstDash val="solid"/>
          </a:ln>
        </p:spPr>
      </p:sp>
      <p:sp>
        <p:nvSpPr>
          <p:cNvPr id="4" name="">
            <a:extLst xmlns:a="http://schemas.openxmlformats.org/drawingml/2006/main">
              <a:ext uri="{FF2B5EF4-FFF2-40B4-BE49-F238E27FC236}">
                <a16:creationId xmlns:a16="http://schemas.microsoft.com/office/drawing/2014/main" id="{7180FA4A-C4DD-4156-B0CB-3DED4AAC813C}"/>
              </a:ext>
            </a:extLst>
          </p:cNvPr>
          <p:cNvSpPr>
            <a:spLocks xmlns:a="http://schemas.openxmlformats.org/drawingml/2006/main" noGrp="1"/>
          </p:cNvSpPr>
          <p:nvPr/>
        </p:nvSpPr>
        <p:spPr>
          <a:xfrm xmlns:a="http://schemas.openxmlformats.org/drawingml/2006/main">
            <a:off x="8763000" y="4476750"/>
            <a:ext cx="3429000" cy="2476500"/>
          </a:xfrm>
          <a:prstGeom xmlns:a="http://schemas.openxmlformats.org/drawingml/2006/main" prst="ellipse">
            <a:avLst/>
          </a:prstGeom>
          <a:solidFill xmlns:a="http://schemas.openxmlformats.org/drawingml/2006/main">
            <a:srgbClr val="6AA3FF">
              <a:alpha val="6275"/>
            </a:srgbClr>
          </a:solidFill>
          <a:ln xmlns:a="http://schemas.openxmlformats.org/drawingml/2006/main" w="0">
            <a:solidFill>
              <a:srgbClr val="6AA3FF">
                <a:alpha val="0"/>
              </a:srgbClr>
            </a:solidFill>
            <a:prstDash val="solid"/>
          </a:ln>
        </p:spPr>
      </p:sp>
      <p:sp>
        <p:nvSpPr>
          <p:cNvPr id="5" name="">
            <a:extLst xmlns:a="http://schemas.openxmlformats.org/drawingml/2006/main">
              <a:ext uri="{FF2B5EF4-FFF2-40B4-BE49-F238E27FC236}">
                <a16:creationId xmlns:a16="http://schemas.microsoft.com/office/drawing/2014/main" id="{99E2852E-0C3D-400E-B6CF-926295AD8F35}"/>
              </a:ext>
            </a:extLst>
          </p:cNvPr>
          <p:cNvSpPr>
            <a:spLocks xmlns:a="http://schemas.openxmlformats.org/drawingml/2006/main" noGrp="1"/>
          </p:cNvSpPr>
          <p:nvPr/>
        </p:nvSpPr>
        <p:spPr>
          <a:xfrm xmlns:a="http://schemas.openxmlformats.org/drawingml/2006/main">
            <a:off x="666750" y="476250"/>
            <a:ext cx="4381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6AA3FF"/>
                </a:solidFill>
                <a:latin typeface="Avenir Next"/>
                <a:ea typeface="Avenir Next"/>
                <a:cs typeface="Avenir Next"/>
              </a:defRPr>
            </a:pPr>
            <a:r>
              <a:rPr sz="750" b="1">
                <a:solidFill>
                  <a:srgbClr val="6AA3FF"/>
                </a:solidFill>
                <a:latin typeface="Avenir Next"/>
                <a:ea typeface="Avenir Next"/>
                <a:cs typeface="Avenir Next"/>
              </a:rPr>
              <a:t>PROJETS</a:t>
            </a:r>
          </a:p>
        </p:txBody>
      </p:sp>
      <p:sp>
        <p:nvSpPr>
          <p:cNvPr id="6" name="">
            <a:extLst xmlns:a="http://schemas.openxmlformats.org/drawingml/2006/main">
              <a:ext uri="{FF2B5EF4-FFF2-40B4-BE49-F238E27FC236}">
                <a16:creationId xmlns:a16="http://schemas.microsoft.com/office/drawing/2014/main" id="{E76FE588-3A2C-4FF1-91EF-68282FE9935A}"/>
              </a:ext>
            </a:extLst>
          </p:cNvPr>
          <p:cNvSpPr>
            <a:spLocks xmlns:a="http://schemas.openxmlformats.org/drawingml/2006/main" noGrp="1"/>
          </p:cNvSpPr>
          <p:nvPr/>
        </p:nvSpPr>
        <p:spPr>
          <a:xfrm xmlns:a="http://schemas.openxmlformats.org/drawingml/2006/main">
            <a:off x="666750" y="742950"/>
            <a:ext cx="72390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75" b="1">
                <a:solidFill>
                  <a:srgbClr val="F5F6F8"/>
                </a:solidFill>
                <a:latin typeface="Avenir Next"/>
                <a:ea typeface="Avenir Next"/>
                <a:cs typeface="Avenir Next"/>
              </a:defRPr>
            </a:pPr>
            <a:r>
              <a:rPr sz="2175" b="1">
                <a:solidFill>
                  <a:srgbClr val="F5F6F8"/>
                </a:solidFill>
                <a:latin typeface="Avenir Next"/>
                <a:ea typeface="Avenir Next"/>
                <a:cs typeface="Avenir Next"/>
              </a:rPr>
              <a:t>Vue d'ensemble des projets</a:t>
            </a:r>
          </a:p>
        </p:txBody>
      </p:sp>
      <p:sp>
        <p:nvSpPr>
          <p:cNvPr id="7" name="">
            <a:extLst xmlns:a="http://schemas.openxmlformats.org/drawingml/2006/main">
              <a:ext uri="{FF2B5EF4-FFF2-40B4-BE49-F238E27FC236}">
                <a16:creationId xmlns:a16="http://schemas.microsoft.com/office/drawing/2014/main" id="{0E0C92C1-C8EA-4751-93D3-26B09B6EEB20}"/>
              </a:ext>
            </a:extLst>
          </p:cNvPr>
          <p:cNvSpPr>
            <a:spLocks xmlns:a="http://schemas.openxmlformats.org/drawingml/2006/main" noGrp="1"/>
          </p:cNvSpPr>
          <p:nvPr/>
        </p:nvSpPr>
        <p:spPr>
          <a:xfrm xmlns:a="http://schemas.openxmlformats.org/drawingml/2006/main">
            <a:off x="666750" y="1295400"/>
            <a:ext cx="74295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0">
                <a:solidFill>
                  <a:srgbClr val="C8D0DC"/>
                </a:solidFill>
                <a:latin typeface="Avenir Next"/>
                <a:ea typeface="Avenir Next"/>
                <a:cs typeface="Avenir Next"/>
              </a:defRPr>
            </a:pPr>
            <a:r>
              <a:rPr sz="1013" b="0">
                <a:solidFill>
                  <a:srgbClr val="C8D0DC"/>
                </a:solidFill>
                <a:latin typeface="Avenir Next"/>
                <a:ea typeface="Avenir Next"/>
                <a:cs typeface="Avenir Next"/>
              </a:rPr>
              <a:t>5 projets techniques structures autour des systemes, du reseau et de l'infrastructure.</a:t>
            </a:r>
          </a:p>
        </p:txBody>
      </p:sp>
      <p:sp>
        <p:nvSpPr>
          <p:cNvPr id="8" name="">
            <a:extLst xmlns:a="http://schemas.openxmlformats.org/drawingml/2006/main">
              <a:ext uri="{FF2B5EF4-FFF2-40B4-BE49-F238E27FC236}">
                <a16:creationId xmlns:a16="http://schemas.microsoft.com/office/drawing/2014/main" id="{0A4A6F12-D1B4-42EA-BADA-A7D01D4D713C}"/>
              </a:ext>
            </a:extLst>
          </p:cNvPr>
          <p:cNvSpPr>
            <a:spLocks xmlns:a="http://schemas.openxmlformats.org/drawingml/2006/main" noGrp="1"/>
          </p:cNvSpPr>
          <p:nvPr/>
        </p:nvSpPr>
        <p:spPr>
          <a:xfrm xmlns:a="http://schemas.openxmlformats.org/drawingml/2006/main">
            <a:off x="666750" y="1962150"/>
            <a:ext cx="6191250" cy="1276350"/>
          </a:xfrm>
          <a:prstGeom xmlns:a="http://schemas.openxmlformats.org/drawingml/2006/main" prst="roundRect">
            <a:avLst>
              <a:gd name="adj" fmla="val 5970"/>
            </a:avLst>
          </a:prstGeom>
          <a:solidFill xmlns:a="http://schemas.openxmlformats.org/drawingml/2006/main">
            <a:srgbClr val="1C2532"/>
          </a:solidFill>
          <a:ln xmlns:a="http://schemas.openxmlformats.org/drawingml/2006/main" w="9525">
            <a:solidFill>
              <a:srgbClr val="34445A"/>
            </a:solidFill>
            <a:prstDash val="solid"/>
          </a:ln>
        </p:spPr>
      </p:sp>
      <p:sp>
        <p:nvSpPr>
          <p:cNvPr id="9" name="">
            <a:extLst xmlns:a="http://schemas.openxmlformats.org/drawingml/2006/main">
              <a:ext uri="{FF2B5EF4-FFF2-40B4-BE49-F238E27FC236}">
                <a16:creationId xmlns:a16="http://schemas.microsoft.com/office/drawing/2014/main" id="{CF01C183-75A1-4E37-9DB6-DFE57C37DC50}"/>
              </a:ext>
            </a:extLst>
          </p:cNvPr>
          <p:cNvSpPr>
            <a:spLocks xmlns:a="http://schemas.openxmlformats.org/drawingml/2006/main" noGrp="1"/>
          </p:cNvSpPr>
          <p:nvPr/>
        </p:nvSpPr>
        <p:spPr>
          <a:xfrm xmlns:a="http://schemas.openxmlformats.org/drawingml/2006/main">
            <a:off x="933450" y="2286000"/>
            <a:ext cx="5657850" cy="571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C8D0DC"/>
                </a:solidFill>
                <a:latin typeface="Avenir Next"/>
                <a:ea typeface="Avenir Next"/>
                <a:cs typeface="Avenir Next"/>
              </a:defRPr>
            </a:pPr>
            <a:r>
              <a:rPr sz="1125" b="0">
                <a:solidFill>
                  <a:srgbClr val="C8D0DC"/>
                </a:solidFill>
                <a:latin typeface="Avenir Next"/>
                <a:ea typeface="Avenir Next"/>
                <a:cs typeface="Avenir Next"/>
              </a:rPr>
              <a:t>Chaque carte du portfolio donne une lecture rapide du projet, de son environnement technique et des livrables disponibles. Cette presentation reprend cette logique pour faciliter l'oral du BTS SIO.</a:t>
            </a:r>
          </a:p>
        </p:txBody>
      </p:sp>
      <p:sp>
        <p:nvSpPr>
          <p:cNvPr id="10" name="">
            <a:extLst xmlns:a="http://schemas.openxmlformats.org/drawingml/2006/main">
              <a:ext uri="{FF2B5EF4-FFF2-40B4-BE49-F238E27FC236}">
                <a16:creationId xmlns:a16="http://schemas.microsoft.com/office/drawing/2014/main" id="{5975E2F5-887A-4101-AFE9-4CB5B8C76244}"/>
              </a:ext>
            </a:extLst>
          </p:cNvPr>
          <p:cNvSpPr>
            <a:spLocks xmlns:a="http://schemas.openxmlformats.org/drawingml/2006/main" noGrp="1"/>
          </p:cNvSpPr>
          <p:nvPr/>
        </p:nvSpPr>
        <p:spPr>
          <a:xfrm xmlns:a="http://schemas.openxmlformats.org/drawingml/2006/main">
            <a:off x="7239000" y="1962150"/>
            <a:ext cx="1295400" cy="1276350"/>
          </a:xfrm>
          <a:prstGeom xmlns:a="http://schemas.openxmlformats.org/drawingml/2006/main" prst="roundRect">
            <a:avLst>
              <a:gd name="adj" fmla="val 5970"/>
            </a:avLst>
          </a:prstGeom>
          <a:solidFill xmlns:a="http://schemas.openxmlformats.org/drawingml/2006/main">
            <a:srgbClr val="202A38"/>
          </a:solidFill>
          <a:ln xmlns:a="http://schemas.openxmlformats.org/drawingml/2006/main" w="9525">
            <a:solidFill>
              <a:srgbClr val="34445A"/>
            </a:solidFill>
            <a:prstDash val="solid"/>
          </a:ln>
        </p:spPr>
      </p:sp>
      <p:sp>
        <p:nvSpPr>
          <p:cNvPr id="11" name="">
            <a:extLst xmlns:a="http://schemas.openxmlformats.org/drawingml/2006/main">
              <a:ext uri="{FF2B5EF4-FFF2-40B4-BE49-F238E27FC236}">
                <a16:creationId xmlns:a16="http://schemas.microsoft.com/office/drawing/2014/main" id="{3A3889B4-45E2-4248-A8C9-A1E7D0858C57}"/>
              </a:ext>
            </a:extLst>
          </p:cNvPr>
          <p:cNvSpPr>
            <a:spLocks xmlns:a="http://schemas.openxmlformats.org/drawingml/2006/main" noGrp="1"/>
          </p:cNvSpPr>
          <p:nvPr/>
        </p:nvSpPr>
        <p:spPr>
          <a:xfrm xmlns:a="http://schemas.openxmlformats.org/drawingml/2006/main">
            <a:off x="7239000" y="2305050"/>
            <a:ext cx="12954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400" b="1">
                <a:solidFill>
                  <a:srgbClr val="F5F6F8"/>
                </a:solidFill>
                <a:latin typeface="Avenir Next"/>
                <a:ea typeface="Avenir Next"/>
                <a:cs typeface="Avenir Next"/>
              </a:defRPr>
            </a:pPr>
            <a:r>
              <a:rPr sz="2400" b="1">
                <a:solidFill>
                  <a:srgbClr val="F5F6F8"/>
                </a:solidFill>
                <a:latin typeface="Avenir Next"/>
                <a:ea typeface="Avenir Next"/>
                <a:cs typeface="Avenir Next"/>
              </a:rPr>
              <a:t>5</a:t>
            </a:r>
          </a:p>
        </p:txBody>
      </p:sp>
      <p:sp>
        <p:nvSpPr>
          <p:cNvPr id="12" name="">
            <a:extLst xmlns:a="http://schemas.openxmlformats.org/drawingml/2006/main">
              <a:ext uri="{FF2B5EF4-FFF2-40B4-BE49-F238E27FC236}">
                <a16:creationId xmlns:a16="http://schemas.microsoft.com/office/drawing/2014/main" id="{D944C4F2-D79F-4C67-9270-07828D8F1AAD}"/>
              </a:ext>
            </a:extLst>
          </p:cNvPr>
          <p:cNvSpPr>
            <a:spLocks xmlns:a="http://schemas.openxmlformats.org/drawingml/2006/main" noGrp="1"/>
          </p:cNvSpPr>
          <p:nvPr/>
        </p:nvSpPr>
        <p:spPr>
          <a:xfrm xmlns:a="http://schemas.openxmlformats.org/drawingml/2006/main">
            <a:off x="7410450" y="2724150"/>
            <a:ext cx="95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25" b="0">
                <a:solidFill>
                  <a:srgbClr val="C8D0DC"/>
                </a:solidFill>
                <a:latin typeface="Avenir Next"/>
                <a:ea typeface="Avenir Next"/>
                <a:cs typeface="Avenir Next"/>
              </a:defRPr>
            </a:pPr>
            <a:r>
              <a:rPr sz="825" b="0">
                <a:solidFill>
                  <a:srgbClr val="C8D0DC"/>
                </a:solidFill>
                <a:latin typeface="Avenir Next"/>
                <a:ea typeface="Avenir Next"/>
                <a:cs typeface="Avenir Next"/>
              </a:rPr>
              <a:t>projets</a:t>
            </a:r>
          </a:p>
        </p:txBody>
      </p:sp>
      <p:sp>
        <p:nvSpPr>
          <p:cNvPr id="13" name="">
            <a:extLst xmlns:a="http://schemas.openxmlformats.org/drawingml/2006/main">
              <a:ext uri="{FF2B5EF4-FFF2-40B4-BE49-F238E27FC236}">
                <a16:creationId xmlns:a16="http://schemas.microsoft.com/office/drawing/2014/main" id="{32189456-1A53-48D8-9563-F1C7626AB71F}"/>
              </a:ext>
            </a:extLst>
          </p:cNvPr>
          <p:cNvSpPr>
            <a:spLocks xmlns:a="http://schemas.openxmlformats.org/drawingml/2006/main" noGrp="1"/>
          </p:cNvSpPr>
          <p:nvPr/>
        </p:nvSpPr>
        <p:spPr>
          <a:xfrm xmlns:a="http://schemas.openxmlformats.org/drawingml/2006/main">
            <a:off x="8667750" y="1962150"/>
            <a:ext cx="1295400" cy="1276350"/>
          </a:xfrm>
          <a:prstGeom xmlns:a="http://schemas.openxmlformats.org/drawingml/2006/main" prst="roundRect">
            <a:avLst>
              <a:gd name="adj" fmla="val 5970"/>
            </a:avLst>
          </a:prstGeom>
          <a:solidFill xmlns:a="http://schemas.openxmlformats.org/drawingml/2006/main">
            <a:srgbClr val="202A38"/>
          </a:solidFill>
          <a:ln xmlns:a="http://schemas.openxmlformats.org/drawingml/2006/main" w="9525">
            <a:solidFill>
              <a:srgbClr val="34445A"/>
            </a:solidFill>
            <a:prstDash val="solid"/>
          </a:ln>
        </p:spPr>
      </p:sp>
      <p:sp>
        <p:nvSpPr>
          <p:cNvPr id="14" name="">
            <a:extLst xmlns:a="http://schemas.openxmlformats.org/drawingml/2006/main">
              <a:ext uri="{FF2B5EF4-FFF2-40B4-BE49-F238E27FC236}">
                <a16:creationId xmlns:a16="http://schemas.microsoft.com/office/drawing/2014/main" id="{7B1C2274-F8A5-45BE-AB69-1C0DDBED2C81}"/>
              </a:ext>
            </a:extLst>
          </p:cNvPr>
          <p:cNvSpPr>
            <a:spLocks xmlns:a="http://schemas.openxmlformats.org/drawingml/2006/main" noGrp="1"/>
          </p:cNvSpPr>
          <p:nvPr/>
        </p:nvSpPr>
        <p:spPr>
          <a:xfrm xmlns:a="http://schemas.openxmlformats.org/drawingml/2006/main">
            <a:off x="8667750" y="2305050"/>
            <a:ext cx="12954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400" b="1">
                <a:solidFill>
                  <a:srgbClr val="F5F6F8"/>
                </a:solidFill>
                <a:latin typeface="Avenir Next"/>
                <a:ea typeface="Avenir Next"/>
                <a:cs typeface="Avenir Next"/>
              </a:defRPr>
            </a:pPr>
            <a:r>
              <a:rPr sz="2400" b="1">
                <a:solidFill>
                  <a:srgbClr val="F5F6F8"/>
                </a:solidFill>
                <a:latin typeface="Avenir Next"/>
                <a:ea typeface="Avenir Next"/>
                <a:cs typeface="Avenir Next"/>
              </a:rPr>
              <a:t>6</a:t>
            </a:r>
          </a:p>
        </p:txBody>
      </p:sp>
      <p:sp>
        <p:nvSpPr>
          <p:cNvPr id="15" name="">
            <a:extLst xmlns:a="http://schemas.openxmlformats.org/drawingml/2006/main">
              <a:ext uri="{FF2B5EF4-FFF2-40B4-BE49-F238E27FC236}">
                <a16:creationId xmlns:a16="http://schemas.microsoft.com/office/drawing/2014/main" id="{98523C6D-B806-490D-A71A-23F738F5AC88}"/>
              </a:ext>
            </a:extLst>
          </p:cNvPr>
          <p:cNvSpPr>
            <a:spLocks xmlns:a="http://schemas.openxmlformats.org/drawingml/2006/main" noGrp="1"/>
          </p:cNvSpPr>
          <p:nvPr/>
        </p:nvSpPr>
        <p:spPr>
          <a:xfrm xmlns:a="http://schemas.openxmlformats.org/drawingml/2006/main">
            <a:off x="8839200" y="2724150"/>
            <a:ext cx="95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25" b="0">
                <a:solidFill>
                  <a:srgbClr val="C8D0DC"/>
                </a:solidFill>
                <a:latin typeface="Avenir Next"/>
                <a:ea typeface="Avenir Next"/>
                <a:cs typeface="Avenir Next"/>
              </a:defRPr>
            </a:pPr>
            <a:r>
              <a:rPr sz="825" b="0">
                <a:solidFill>
                  <a:srgbClr val="C8D0DC"/>
                </a:solidFill>
                <a:latin typeface="Avenir Next"/>
                <a:ea typeface="Avenir Next"/>
                <a:cs typeface="Avenir Next"/>
              </a:rPr>
              <a:t>documents</a:t>
            </a:r>
          </a:p>
        </p:txBody>
      </p:sp>
      <p:sp>
        <p:nvSpPr>
          <p:cNvPr id="16" name="">
            <a:extLst xmlns:a="http://schemas.openxmlformats.org/drawingml/2006/main">
              <a:ext uri="{FF2B5EF4-FFF2-40B4-BE49-F238E27FC236}">
                <a16:creationId xmlns:a16="http://schemas.microsoft.com/office/drawing/2014/main" id="{F02403E0-D531-438E-B289-0AB281017CFF}"/>
              </a:ext>
            </a:extLst>
          </p:cNvPr>
          <p:cNvSpPr>
            <a:spLocks xmlns:a="http://schemas.openxmlformats.org/drawingml/2006/main" noGrp="1"/>
          </p:cNvSpPr>
          <p:nvPr/>
        </p:nvSpPr>
        <p:spPr>
          <a:xfrm xmlns:a="http://schemas.openxmlformats.org/drawingml/2006/main">
            <a:off x="10096500" y="1962150"/>
            <a:ext cx="1295400" cy="1276350"/>
          </a:xfrm>
          <a:prstGeom xmlns:a="http://schemas.openxmlformats.org/drawingml/2006/main" prst="roundRect">
            <a:avLst>
              <a:gd name="adj" fmla="val 5970"/>
            </a:avLst>
          </a:prstGeom>
          <a:solidFill xmlns:a="http://schemas.openxmlformats.org/drawingml/2006/main">
            <a:srgbClr val="202A38"/>
          </a:solidFill>
          <a:ln xmlns:a="http://schemas.openxmlformats.org/drawingml/2006/main" w="9525">
            <a:solidFill>
              <a:srgbClr val="34445A"/>
            </a:solidFill>
            <a:prstDash val="solid"/>
          </a:ln>
        </p:spPr>
      </p:sp>
      <p:sp>
        <p:nvSpPr>
          <p:cNvPr id="17" name="">
            <a:extLst xmlns:a="http://schemas.openxmlformats.org/drawingml/2006/main">
              <a:ext uri="{FF2B5EF4-FFF2-40B4-BE49-F238E27FC236}">
                <a16:creationId xmlns:a16="http://schemas.microsoft.com/office/drawing/2014/main" id="{9046DF0D-01CB-4F5A-9BA3-5793B9C41837}"/>
              </a:ext>
            </a:extLst>
          </p:cNvPr>
          <p:cNvSpPr>
            <a:spLocks xmlns:a="http://schemas.openxmlformats.org/drawingml/2006/main" noGrp="1"/>
          </p:cNvSpPr>
          <p:nvPr/>
        </p:nvSpPr>
        <p:spPr>
          <a:xfrm xmlns:a="http://schemas.openxmlformats.org/drawingml/2006/main">
            <a:off x="10096500" y="2305050"/>
            <a:ext cx="12954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400" b="1">
                <a:solidFill>
                  <a:srgbClr val="F5F6F8"/>
                </a:solidFill>
                <a:latin typeface="Avenir Next"/>
                <a:ea typeface="Avenir Next"/>
                <a:cs typeface="Avenir Next"/>
              </a:defRPr>
            </a:pPr>
            <a:r>
              <a:rPr sz="2400" b="1">
                <a:solidFill>
                  <a:srgbClr val="F5F6F8"/>
                </a:solidFill>
                <a:latin typeface="Avenir Next"/>
                <a:ea typeface="Avenir Next"/>
                <a:cs typeface="Avenir Next"/>
              </a:rPr>
              <a:t>1</a:t>
            </a:r>
          </a:p>
        </p:txBody>
      </p:sp>
      <p:sp>
        <p:nvSpPr>
          <p:cNvPr id="18" name="">
            <a:extLst xmlns:a="http://schemas.openxmlformats.org/drawingml/2006/main">
              <a:ext uri="{FF2B5EF4-FFF2-40B4-BE49-F238E27FC236}">
                <a16:creationId xmlns:a16="http://schemas.microsoft.com/office/drawing/2014/main" id="{E27148B6-6652-4CF7-B105-BD7B79283454}"/>
              </a:ext>
            </a:extLst>
          </p:cNvPr>
          <p:cNvSpPr>
            <a:spLocks xmlns:a="http://schemas.openxmlformats.org/drawingml/2006/main" noGrp="1"/>
          </p:cNvSpPr>
          <p:nvPr/>
        </p:nvSpPr>
        <p:spPr>
          <a:xfrm xmlns:a="http://schemas.openxmlformats.org/drawingml/2006/main">
            <a:off x="10267950" y="2724150"/>
            <a:ext cx="95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25" b="0">
                <a:solidFill>
                  <a:srgbClr val="C8D0DC"/>
                </a:solidFill>
                <a:latin typeface="Avenir Next"/>
                <a:ea typeface="Avenir Next"/>
                <a:cs typeface="Avenir Next"/>
              </a:defRPr>
            </a:pPr>
            <a:r>
              <a:rPr sz="825" b="0">
                <a:solidFill>
                  <a:srgbClr val="C8D0DC"/>
                </a:solidFill>
                <a:latin typeface="Avenir Next"/>
                <a:ea typeface="Avenir Next"/>
                <a:cs typeface="Avenir Next"/>
              </a:rPr>
              <a:t>jeu de maquettes</a:t>
            </a:r>
          </a:p>
        </p:txBody>
      </p:sp>
      <p:sp>
        <p:nvSpPr>
          <p:cNvPr id="19" name="">
            <a:extLst xmlns:a="http://schemas.openxmlformats.org/drawingml/2006/main">
              <a:ext uri="{FF2B5EF4-FFF2-40B4-BE49-F238E27FC236}">
                <a16:creationId xmlns:a16="http://schemas.microsoft.com/office/drawing/2014/main" id="{ED7991A8-3AAB-40E1-9292-D28492A465FA}"/>
              </a:ext>
            </a:extLst>
          </p:cNvPr>
          <p:cNvSpPr>
            <a:spLocks xmlns:a="http://schemas.openxmlformats.org/drawingml/2006/main" noGrp="1"/>
          </p:cNvSpPr>
          <p:nvPr/>
        </p:nvSpPr>
        <p:spPr>
          <a:xfrm xmlns:a="http://schemas.openxmlformats.org/drawingml/2006/main">
            <a:off x="666750" y="3619500"/>
            <a:ext cx="5143500" cy="800100"/>
          </a:xfrm>
          <a:prstGeom xmlns:a="http://schemas.openxmlformats.org/drawingml/2006/main" prst="roundRect">
            <a:avLst>
              <a:gd name="adj" fmla="val 9524"/>
            </a:avLst>
          </a:prstGeom>
          <a:solidFill xmlns:a="http://schemas.openxmlformats.org/drawingml/2006/main">
            <a:srgbClr val="1B2431"/>
          </a:solidFill>
          <a:ln xmlns:a="http://schemas.openxmlformats.org/drawingml/2006/main" w="9525">
            <a:solidFill>
              <a:srgbClr val="34445A"/>
            </a:solidFill>
            <a:prstDash val="solid"/>
          </a:ln>
        </p:spPr>
      </p:sp>
      <p:sp>
        <p:nvSpPr>
          <p:cNvPr id="20" name="">
            <a:extLst xmlns:a="http://schemas.openxmlformats.org/drawingml/2006/main">
              <a:ext uri="{FF2B5EF4-FFF2-40B4-BE49-F238E27FC236}">
                <a16:creationId xmlns:a16="http://schemas.microsoft.com/office/drawing/2014/main" id="{343C6611-9F50-4815-B372-96E5DB5E9D5E}"/>
              </a:ext>
            </a:extLst>
          </p:cNvPr>
          <p:cNvSpPr>
            <a:spLocks xmlns:a="http://schemas.openxmlformats.org/drawingml/2006/main" noGrp="1"/>
          </p:cNvSpPr>
          <p:nvPr/>
        </p:nvSpPr>
        <p:spPr>
          <a:xfrm xmlns:a="http://schemas.openxmlformats.org/drawingml/2006/main">
            <a:off x="838200" y="3771900"/>
            <a:ext cx="971550" cy="228600"/>
          </a:xfrm>
          <a:prstGeom xmlns:a="http://schemas.openxmlformats.org/drawingml/2006/main" prst="roundRect">
            <a:avLst>
              <a:gd name="adj" fmla="val 33333"/>
            </a:avLst>
          </a:prstGeom>
          <a:solidFill xmlns:a="http://schemas.openxmlformats.org/drawingml/2006/main">
            <a:srgbClr val="2D3950"/>
          </a:solidFill>
          <a:ln xmlns:a="http://schemas.openxmlformats.org/drawingml/2006/main" w="9525">
            <a:solidFill>
              <a:srgbClr val="55749D"/>
            </a:solidFill>
            <a:prstDash val="solid"/>
          </a:ln>
        </p:spPr>
      </p:sp>
      <p:sp>
        <p:nvSpPr>
          <p:cNvPr id="21" name="">
            <a:extLst xmlns:a="http://schemas.openxmlformats.org/drawingml/2006/main">
              <a:ext uri="{FF2B5EF4-FFF2-40B4-BE49-F238E27FC236}">
                <a16:creationId xmlns:a16="http://schemas.microsoft.com/office/drawing/2014/main" id="{26FF8C4E-83C9-4856-B0A3-F8F9BDB85188}"/>
              </a:ext>
            </a:extLst>
          </p:cNvPr>
          <p:cNvSpPr>
            <a:spLocks xmlns:a="http://schemas.openxmlformats.org/drawingml/2006/main" noGrp="1"/>
          </p:cNvSpPr>
          <p:nvPr/>
        </p:nvSpPr>
        <p:spPr>
          <a:xfrm xmlns:a="http://schemas.openxmlformats.org/drawingml/2006/main">
            <a:off x="952500" y="3838575"/>
            <a:ext cx="74295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75" b="1">
                <a:solidFill>
                  <a:srgbClr val="EAF0F9"/>
                </a:solidFill>
                <a:latin typeface="Avenir Next"/>
                <a:ea typeface="Avenir Next"/>
                <a:cs typeface="Avenir Next"/>
              </a:defRPr>
            </a:pPr>
            <a:r>
              <a:rPr sz="675" b="1">
                <a:solidFill>
                  <a:srgbClr val="EAF0F9"/>
                </a:solidFill>
                <a:latin typeface="Avenir Next"/>
                <a:ea typeface="Avenir Next"/>
                <a:cs typeface="Avenir Next"/>
              </a:rPr>
              <a:t>Ecole</a:t>
            </a:r>
          </a:p>
        </p:txBody>
      </p:sp>
      <p:sp>
        <p:nvSpPr>
          <p:cNvPr id="22" name="">
            <a:extLst xmlns:a="http://schemas.openxmlformats.org/drawingml/2006/main">
              <a:ext uri="{FF2B5EF4-FFF2-40B4-BE49-F238E27FC236}">
                <a16:creationId xmlns:a16="http://schemas.microsoft.com/office/drawing/2014/main" id="{E2F2F1CB-F153-4436-94E8-5E51D527C05D}"/>
              </a:ext>
            </a:extLst>
          </p:cNvPr>
          <p:cNvSpPr>
            <a:spLocks xmlns:a="http://schemas.openxmlformats.org/drawingml/2006/main" noGrp="1"/>
          </p:cNvSpPr>
          <p:nvPr/>
        </p:nvSpPr>
        <p:spPr>
          <a:xfrm xmlns:a="http://schemas.openxmlformats.org/drawingml/2006/main">
            <a:off x="1962150" y="3771900"/>
            <a:ext cx="35814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1">
                <a:solidFill>
                  <a:srgbClr val="F5F6F8"/>
                </a:solidFill>
                <a:latin typeface="Avenir Next"/>
                <a:ea typeface="Avenir Next"/>
                <a:cs typeface="Avenir Next"/>
              </a:defRPr>
            </a:pPr>
            <a:r>
              <a:rPr sz="1013" b="1">
                <a:solidFill>
                  <a:srgbClr val="F5F6F8"/>
                </a:solidFill>
                <a:latin typeface="Avenir Next"/>
                <a:ea typeface="Avenir Next"/>
                <a:cs typeface="Avenir Next"/>
              </a:rPr>
              <a:t>Mise en place d'un serveur Active Directory</a:t>
            </a:r>
          </a:p>
        </p:txBody>
      </p:sp>
      <p:sp>
        <p:nvSpPr>
          <p:cNvPr id="23" name="">
            <a:extLst xmlns:a="http://schemas.openxmlformats.org/drawingml/2006/main">
              <a:ext uri="{FF2B5EF4-FFF2-40B4-BE49-F238E27FC236}">
                <a16:creationId xmlns:a16="http://schemas.microsoft.com/office/drawing/2014/main" id="{2B6B50EF-F31A-40B8-847A-CE109BBEAEDF}"/>
              </a:ext>
            </a:extLst>
          </p:cNvPr>
          <p:cNvSpPr>
            <a:spLocks xmlns:a="http://schemas.openxmlformats.org/drawingml/2006/main" noGrp="1"/>
          </p:cNvSpPr>
          <p:nvPr/>
        </p:nvSpPr>
        <p:spPr>
          <a:xfrm xmlns:a="http://schemas.openxmlformats.org/drawingml/2006/main">
            <a:off x="1962150" y="4057650"/>
            <a:ext cx="35814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C8D0DC"/>
                </a:solidFill>
                <a:latin typeface="Avenir Next"/>
                <a:ea typeface="Avenir Next"/>
                <a:cs typeface="Avenir Next"/>
              </a:defRPr>
            </a:pPr>
            <a:r>
              <a:rPr sz="788" b="0">
                <a:solidFill>
                  <a:srgbClr val="C8D0DC"/>
                </a:solidFill>
                <a:latin typeface="Avenir Next"/>
                <a:ea typeface="Avenir Next"/>
                <a:cs typeface="Avenir Next"/>
              </a:rPr>
              <a:t>Windows Server • AD DS • GPO • AGDLP</a:t>
            </a:r>
          </a:p>
        </p:txBody>
      </p:sp>
      <p:sp>
        <p:nvSpPr>
          <p:cNvPr id="24" name="">
            <a:extLst xmlns:a="http://schemas.openxmlformats.org/drawingml/2006/main">
              <a:ext uri="{FF2B5EF4-FFF2-40B4-BE49-F238E27FC236}">
                <a16:creationId xmlns:a16="http://schemas.microsoft.com/office/drawing/2014/main" id="{82312F72-BD61-463F-9E0F-4FB0572588B4}"/>
              </a:ext>
            </a:extLst>
          </p:cNvPr>
          <p:cNvSpPr>
            <a:spLocks xmlns:a="http://schemas.openxmlformats.org/drawingml/2006/main" noGrp="1"/>
          </p:cNvSpPr>
          <p:nvPr/>
        </p:nvSpPr>
        <p:spPr>
          <a:xfrm xmlns:a="http://schemas.openxmlformats.org/drawingml/2006/main">
            <a:off x="6096000" y="3619500"/>
            <a:ext cx="5143500" cy="800100"/>
          </a:xfrm>
          <a:prstGeom xmlns:a="http://schemas.openxmlformats.org/drawingml/2006/main" prst="roundRect">
            <a:avLst>
              <a:gd name="adj" fmla="val 9524"/>
            </a:avLst>
          </a:prstGeom>
          <a:solidFill xmlns:a="http://schemas.openxmlformats.org/drawingml/2006/main">
            <a:srgbClr val="1B2431"/>
          </a:solidFill>
          <a:ln xmlns:a="http://schemas.openxmlformats.org/drawingml/2006/main" w="9525">
            <a:solidFill>
              <a:srgbClr val="34445A"/>
            </a:solidFill>
            <a:prstDash val="solid"/>
          </a:ln>
        </p:spPr>
      </p:sp>
      <p:sp>
        <p:nvSpPr>
          <p:cNvPr id="25" name="">
            <a:extLst xmlns:a="http://schemas.openxmlformats.org/drawingml/2006/main">
              <a:ext uri="{FF2B5EF4-FFF2-40B4-BE49-F238E27FC236}">
                <a16:creationId xmlns:a16="http://schemas.microsoft.com/office/drawing/2014/main" id="{53A1ADC4-8DEE-46AF-BDBD-168692D765AD}"/>
              </a:ext>
            </a:extLst>
          </p:cNvPr>
          <p:cNvSpPr>
            <a:spLocks xmlns:a="http://schemas.openxmlformats.org/drawingml/2006/main" noGrp="1"/>
          </p:cNvSpPr>
          <p:nvPr/>
        </p:nvSpPr>
        <p:spPr>
          <a:xfrm xmlns:a="http://schemas.openxmlformats.org/drawingml/2006/main">
            <a:off x="6267450" y="3771900"/>
            <a:ext cx="971550" cy="228600"/>
          </a:xfrm>
          <a:prstGeom xmlns:a="http://schemas.openxmlformats.org/drawingml/2006/main" prst="roundRect">
            <a:avLst>
              <a:gd name="adj" fmla="val 33333"/>
            </a:avLst>
          </a:prstGeom>
          <a:solidFill xmlns:a="http://schemas.openxmlformats.org/drawingml/2006/main">
            <a:srgbClr val="2D3950"/>
          </a:solidFill>
          <a:ln xmlns:a="http://schemas.openxmlformats.org/drawingml/2006/main" w="9525">
            <a:solidFill>
              <a:srgbClr val="55749D"/>
            </a:solidFill>
            <a:prstDash val="solid"/>
          </a:ln>
        </p:spPr>
      </p:sp>
      <p:sp>
        <p:nvSpPr>
          <p:cNvPr id="26" name="">
            <a:extLst xmlns:a="http://schemas.openxmlformats.org/drawingml/2006/main">
              <a:ext uri="{FF2B5EF4-FFF2-40B4-BE49-F238E27FC236}">
                <a16:creationId xmlns:a16="http://schemas.microsoft.com/office/drawing/2014/main" id="{E8786A71-B848-4038-978A-A6B583DBDF51}"/>
              </a:ext>
            </a:extLst>
          </p:cNvPr>
          <p:cNvSpPr>
            <a:spLocks xmlns:a="http://schemas.openxmlformats.org/drawingml/2006/main" noGrp="1"/>
          </p:cNvSpPr>
          <p:nvPr/>
        </p:nvSpPr>
        <p:spPr>
          <a:xfrm xmlns:a="http://schemas.openxmlformats.org/drawingml/2006/main">
            <a:off x="6381750" y="3838575"/>
            <a:ext cx="74295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75" b="1">
                <a:solidFill>
                  <a:srgbClr val="EAF0F9"/>
                </a:solidFill>
                <a:latin typeface="Avenir Next"/>
                <a:ea typeface="Avenir Next"/>
                <a:cs typeface="Avenir Next"/>
              </a:defRPr>
            </a:pPr>
            <a:r>
              <a:rPr sz="675" b="1">
                <a:solidFill>
                  <a:srgbClr val="EAF0F9"/>
                </a:solidFill>
                <a:latin typeface="Avenir Next"/>
                <a:ea typeface="Avenir Next"/>
                <a:cs typeface="Avenir Next"/>
              </a:rPr>
              <a:t>Ecole</a:t>
            </a:r>
          </a:p>
        </p:txBody>
      </p:sp>
      <p:sp>
        <p:nvSpPr>
          <p:cNvPr id="27" name="">
            <a:extLst xmlns:a="http://schemas.openxmlformats.org/drawingml/2006/main">
              <a:ext uri="{FF2B5EF4-FFF2-40B4-BE49-F238E27FC236}">
                <a16:creationId xmlns:a16="http://schemas.microsoft.com/office/drawing/2014/main" id="{05501B11-5347-4D24-9435-4F4162F559A4}"/>
              </a:ext>
            </a:extLst>
          </p:cNvPr>
          <p:cNvSpPr>
            <a:spLocks xmlns:a="http://schemas.openxmlformats.org/drawingml/2006/main" noGrp="1"/>
          </p:cNvSpPr>
          <p:nvPr/>
        </p:nvSpPr>
        <p:spPr>
          <a:xfrm xmlns:a="http://schemas.openxmlformats.org/drawingml/2006/main">
            <a:off x="7391400" y="3771900"/>
            <a:ext cx="35814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1">
                <a:solidFill>
                  <a:srgbClr val="F5F6F8"/>
                </a:solidFill>
                <a:latin typeface="Avenir Next"/>
                <a:ea typeface="Avenir Next"/>
                <a:cs typeface="Avenir Next"/>
              </a:defRPr>
            </a:pPr>
            <a:r>
              <a:rPr sz="1013" b="1">
                <a:solidFill>
                  <a:srgbClr val="F5F6F8"/>
                </a:solidFill>
                <a:latin typeface="Avenir Next"/>
                <a:ea typeface="Avenir Next"/>
                <a:cs typeface="Avenir Next"/>
              </a:rPr>
              <a:t>Serveur web conteneurise avec Docker sous VMware</a:t>
            </a:r>
          </a:p>
        </p:txBody>
      </p:sp>
      <p:sp>
        <p:nvSpPr>
          <p:cNvPr id="28" name="">
            <a:extLst xmlns:a="http://schemas.openxmlformats.org/drawingml/2006/main">
              <a:ext uri="{FF2B5EF4-FFF2-40B4-BE49-F238E27FC236}">
                <a16:creationId xmlns:a16="http://schemas.microsoft.com/office/drawing/2014/main" id="{354F6BB9-2EB7-4024-A933-1F9B1913B3E5}"/>
              </a:ext>
            </a:extLst>
          </p:cNvPr>
          <p:cNvSpPr>
            <a:spLocks xmlns:a="http://schemas.openxmlformats.org/drawingml/2006/main" noGrp="1"/>
          </p:cNvSpPr>
          <p:nvPr/>
        </p:nvSpPr>
        <p:spPr>
          <a:xfrm xmlns:a="http://schemas.openxmlformats.org/drawingml/2006/main">
            <a:off x="7391400" y="4057650"/>
            <a:ext cx="35814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C8D0DC"/>
                </a:solidFill>
                <a:latin typeface="Avenir Next"/>
                <a:ea typeface="Avenir Next"/>
                <a:cs typeface="Avenir Next"/>
              </a:defRPr>
            </a:pPr>
            <a:r>
              <a:rPr sz="788" b="0">
                <a:solidFill>
                  <a:srgbClr val="C8D0DC"/>
                </a:solidFill>
                <a:latin typeface="Avenir Next"/>
                <a:ea typeface="Avenir Next"/>
                <a:cs typeface="Avenir Next"/>
              </a:rPr>
              <a:t>VMware • Docker • Linux • Serveur web</a:t>
            </a:r>
          </a:p>
        </p:txBody>
      </p:sp>
      <p:sp>
        <p:nvSpPr>
          <p:cNvPr id="29" name="">
            <a:extLst xmlns:a="http://schemas.openxmlformats.org/drawingml/2006/main">
              <a:ext uri="{FF2B5EF4-FFF2-40B4-BE49-F238E27FC236}">
                <a16:creationId xmlns:a16="http://schemas.microsoft.com/office/drawing/2014/main" id="{21C0E4DA-6540-4720-96A6-022AFDE3D64C}"/>
              </a:ext>
            </a:extLst>
          </p:cNvPr>
          <p:cNvSpPr>
            <a:spLocks xmlns:a="http://schemas.openxmlformats.org/drawingml/2006/main" noGrp="1"/>
          </p:cNvSpPr>
          <p:nvPr/>
        </p:nvSpPr>
        <p:spPr>
          <a:xfrm xmlns:a="http://schemas.openxmlformats.org/drawingml/2006/main">
            <a:off x="666750" y="4610100"/>
            <a:ext cx="5143500" cy="800100"/>
          </a:xfrm>
          <a:prstGeom xmlns:a="http://schemas.openxmlformats.org/drawingml/2006/main" prst="roundRect">
            <a:avLst>
              <a:gd name="adj" fmla="val 9524"/>
            </a:avLst>
          </a:prstGeom>
          <a:solidFill xmlns:a="http://schemas.openxmlformats.org/drawingml/2006/main">
            <a:srgbClr val="1B2431"/>
          </a:solidFill>
          <a:ln xmlns:a="http://schemas.openxmlformats.org/drawingml/2006/main" w="9525">
            <a:solidFill>
              <a:srgbClr val="34445A"/>
            </a:solidFill>
            <a:prstDash val="solid"/>
          </a:ln>
        </p:spPr>
      </p:sp>
      <p:sp>
        <p:nvSpPr>
          <p:cNvPr id="30" name="">
            <a:extLst xmlns:a="http://schemas.openxmlformats.org/drawingml/2006/main">
              <a:ext uri="{FF2B5EF4-FFF2-40B4-BE49-F238E27FC236}">
                <a16:creationId xmlns:a16="http://schemas.microsoft.com/office/drawing/2014/main" id="{7F23BD11-ABB0-4715-A7C2-9A7286A1234C}"/>
              </a:ext>
            </a:extLst>
          </p:cNvPr>
          <p:cNvSpPr>
            <a:spLocks xmlns:a="http://schemas.openxmlformats.org/drawingml/2006/main" noGrp="1"/>
          </p:cNvSpPr>
          <p:nvPr/>
        </p:nvSpPr>
        <p:spPr>
          <a:xfrm xmlns:a="http://schemas.openxmlformats.org/drawingml/2006/main">
            <a:off x="838200" y="4762500"/>
            <a:ext cx="971550" cy="228600"/>
          </a:xfrm>
          <a:prstGeom xmlns:a="http://schemas.openxmlformats.org/drawingml/2006/main" prst="roundRect">
            <a:avLst>
              <a:gd name="adj" fmla="val 33333"/>
            </a:avLst>
          </a:prstGeom>
          <a:solidFill xmlns:a="http://schemas.openxmlformats.org/drawingml/2006/main">
            <a:srgbClr val="2E4734"/>
          </a:solidFill>
          <a:ln xmlns:a="http://schemas.openxmlformats.org/drawingml/2006/main" w="9525">
            <a:solidFill>
              <a:srgbClr val="55749D"/>
            </a:solidFill>
            <a:prstDash val="solid"/>
          </a:ln>
        </p:spPr>
      </p:sp>
      <p:sp>
        <p:nvSpPr>
          <p:cNvPr id="31" name="">
            <a:extLst xmlns:a="http://schemas.openxmlformats.org/drawingml/2006/main">
              <a:ext uri="{FF2B5EF4-FFF2-40B4-BE49-F238E27FC236}">
                <a16:creationId xmlns:a16="http://schemas.microsoft.com/office/drawing/2014/main" id="{F99DD52F-146B-4008-9E14-9334E132F4E3}"/>
              </a:ext>
            </a:extLst>
          </p:cNvPr>
          <p:cNvSpPr>
            <a:spLocks xmlns:a="http://schemas.openxmlformats.org/drawingml/2006/main" noGrp="1"/>
          </p:cNvSpPr>
          <p:nvPr/>
        </p:nvSpPr>
        <p:spPr>
          <a:xfrm xmlns:a="http://schemas.openxmlformats.org/drawingml/2006/main">
            <a:off x="952500" y="4829175"/>
            <a:ext cx="74295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75" b="1">
                <a:solidFill>
                  <a:srgbClr val="EAF0F9"/>
                </a:solidFill>
                <a:latin typeface="Avenir Next"/>
                <a:ea typeface="Avenir Next"/>
                <a:cs typeface="Avenir Next"/>
              </a:defRPr>
            </a:pPr>
            <a:r>
              <a:rPr sz="675" b="1">
                <a:solidFill>
                  <a:srgbClr val="EAF0F9"/>
                </a:solidFill>
                <a:latin typeface="Avenir Next"/>
                <a:ea typeface="Avenir Next"/>
                <a:cs typeface="Avenir Next"/>
              </a:rPr>
              <a:t>Personnel</a:t>
            </a:r>
          </a:p>
        </p:txBody>
      </p:sp>
      <p:sp>
        <p:nvSpPr>
          <p:cNvPr id="32" name="">
            <a:extLst xmlns:a="http://schemas.openxmlformats.org/drawingml/2006/main">
              <a:ext uri="{FF2B5EF4-FFF2-40B4-BE49-F238E27FC236}">
                <a16:creationId xmlns:a16="http://schemas.microsoft.com/office/drawing/2014/main" id="{AC168FB4-5556-47B1-9392-9CC99E5FCC82}"/>
              </a:ext>
            </a:extLst>
          </p:cNvPr>
          <p:cNvSpPr>
            <a:spLocks xmlns:a="http://schemas.openxmlformats.org/drawingml/2006/main" noGrp="1"/>
          </p:cNvSpPr>
          <p:nvPr/>
        </p:nvSpPr>
        <p:spPr>
          <a:xfrm xmlns:a="http://schemas.openxmlformats.org/drawingml/2006/main">
            <a:off x="1962150" y="4762500"/>
            <a:ext cx="35814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1">
                <a:solidFill>
                  <a:srgbClr val="F5F6F8"/>
                </a:solidFill>
                <a:latin typeface="Avenir Next"/>
                <a:ea typeface="Avenir Next"/>
                <a:cs typeface="Avenir Next"/>
              </a:defRPr>
            </a:pPr>
            <a:r>
              <a:rPr sz="1013" b="1">
                <a:solidFill>
                  <a:srgbClr val="F5F6F8"/>
                </a:solidFill>
                <a:latin typeface="Avenir Next"/>
                <a:ea typeface="Avenir Next"/>
                <a:cs typeface="Avenir Next"/>
              </a:rPr>
              <a:t>Mise en place d'une infrastructure NAS</a:t>
            </a:r>
          </a:p>
        </p:txBody>
      </p:sp>
      <p:sp>
        <p:nvSpPr>
          <p:cNvPr id="33" name="">
            <a:extLst xmlns:a="http://schemas.openxmlformats.org/drawingml/2006/main">
              <a:ext uri="{FF2B5EF4-FFF2-40B4-BE49-F238E27FC236}">
                <a16:creationId xmlns:a16="http://schemas.microsoft.com/office/drawing/2014/main" id="{6BA5BD04-6EB8-4EF1-A75B-3D789736352A}"/>
              </a:ext>
            </a:extLst>
          </p:cNvPr>
          <p:cNvSpPr>
            <a:spLocks xmlns:a="http://schemas.openxmlformats.org/drawingml/2006/main" noGrp="1"/>
          </p:cNvSpPr>
          <p:nvPr/>
        </p:nvSpPr>
        <p:spPr>
          <a:xfrm xmlns:a="http://schemas.openxmlformats.org/drawingml/2006/main">
            <a:off x="1962150" y="5048250"/>
            <a:ext cx="35814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C8D0DC"/>
                </a:solidFill>
                <a:latin typeface="Avenir Next"/>
                <a:ea typeface="Avenir Next"/>
                <a:cs typeface="Avenir Next"/>
              </a:defRPr>
            </a:pPr>
            <a:r>
              <a:rPr sz="788" b="0">
                <a:solidFill>
                  <a:srgbClr val="C8D0DC"/>
                </a:solidFill>
                <a:latin typeface="Avenir Next"/>
                <a:ea typeface="Avenir Next"/>
                <a:cs typeface="Avenir Next"/>
              </a:rPr>
              <a:t>NAS • Partages • Permissions • Sauvegarde</a:t>
            </a:r>
          </a:p>
        </p:txBody>
      </p:sp>
      <p:sp>
        <p:nvSpPr>
          <p:cNvPr id="34" name="">
            <a:extLst xmlns:a="http://schemas.openxmlformats.org/drawingml/2006/main">
              <a:ext uri="{FF2B5EF4-FFF2-40B4-BE49-F238E27FC236}">
                <a16:creationId xmlns:a16="http://schemas.microsoft.com/office/drawing/2014/main" id="{8771B3DF-28B4-486F-A4D3-C0E44941093F}"/>
              </a:ext>
            </a:extLst>
          </p:cNvPr>
          <p:cNvSpPr>
            <a:spLocks xmlns:a="http://schemas.openxmlformats.org/drawingml/2006/main" noGrp="1"/>
          </p:cNvSpPr>
          <p:nvPr/>
        </p:nvSpPr>
        <p:spPr>
          <a:xfrm xmlns:a="http://schemas.openxmlformats.org/drawingml/2006/main">
            <a:off x="6096000" y="4610100"/>
            <a:ext cx="5143500" cy="800100"/>
          </a:xfrm>
          <a:prstGeom xmlns:a="http://schemas.openxmlformats.org/drawingml/2006/main" prst="roundRect">
            <a:avLst>
              <a:gd name="adj" fmla="val 9524"/>
            </a:avLst>
          </a:prstGeom>
          <a:solidFill xmlns:a="http://schemas.openxmlformats.org/drawingml/2006/main">
            <a:srgbClr val="1B2431"/>
          </a:solidFill>
          <a:ln xmlns:a="http://schemas.openxmlformats.org/drawingml/2006/main" w="9525">
            <a:solidFill>
              <a:srgbClr val="34445A"/>
            </a:solidFill>
            <a:prstDash val="solid"/>
          </a:ln>
        </p:spPr>
      </p:sp>
      <p:sp>
        <p:nvSpPr>
          <p:cNvPr id="35" name="">
            <a:extLst xmlns:a="http://schemas.openxmlformats.org/drawingml/2006/main">
              <a:ext uri="{FF2B5EF4-FFF2-40B4-BE49-F238E27FC236}">
                <a16:creationId xmlns:a16="http://schemas.microsoft.com/office/drawing/2014/main" id="{00B09DCC-E10B-4259-AF76-238DEF48D232}"/>
              </a:ext>
            </a:extLst>
          </p:cNvPr>
          <p:cNvSpPr>
            <a:spLocks xmlns:a="http://schemas.openxmlformats.org/drawingml/2006/main" noGrp="1"/>
          </p:cNvSpPr>
          <p:nvPr/>
        </p:nvSpPr>
        <p:spPr>
          <a:xfrm xmlns:a="http://schemas.openxmlformats.org/drawingml/2006/main">
            <a:off x="6267450" y="4762500"/>
            <a:ext cx="971550" cy="228600"/>
          </a:xfrm>
          <a:prstGeom xmlns:a="http://schemas.openxmlformats.org/drawingml/2006/main" prst="roundRect">
            <a:avLst>
              <a:gd name="adj" fmla="val 33333"/>
            </a:avLst>
          </a:prstGeom>
          <a:solidFill xmlns:a="http://schemas.openxmlformats.org/drawingml/2006/main">
            <a:srgbClr val="294664"/>
          </a:solidFill>
          <a:ln xmlns:a="http://schemas.openxmlformats.org/drawingml/2006/main" w="9525">
            <a:solidFill>
              <a:srgbClr val="55749D"/>
            </a:solidFill>
            <a:prstDash val="solid"/>
          </a:ln>
        </p:spPr>
      </p:sp>
      <p:sp>
        <p:nvSpPr>
          <p:cNvPr id="36" name="">
            <a:extLst xmlns:a="http://schemas.openxmlformats.org/drawingml/2006/main">
              <a:ext uri="{FF2B5EF4-FFF2-40B4-BE49-F238E27FC236}">
                <a16:creationId xmlns:a16="http://schemas.microsoft.com/office/drawing/2014/main" id="{9BE60CB7-D744-49AC-B9B6-A309B8FED9B2}"/>
              </a:ext>
            </a:extLst>
          </p:cNvPr>
          <p:cNvSpPr>
            <a:spLocks xmlns:a="http://schemas.openxmlformats.org/drawingml/2006/main" noGrp="1"/>
          </p:cNvSpPr>
          <p:nvPr/>
        </p:nvSpPr>
        <p:spPr>
          <a:xfrm xmlns:a="http://schemas.openxmlformats.org/drawingml/2006/main">
            <a:off x="6381750" y="4829175"/>
            <a:ext cx="74295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75" b="1">
                <a:solidFill>
                  <a:srgbClr val="EAF0F9"/>
                </a:solidFill>
                <a:latin typeface="Avenir Next"/>
                <a:ea typeface="Avenir Next"/>
                <a:cs typeface="Avenir Next"/>
              </a:defRPr>
            </a:pPr>
            <a:r>
              <a:rPr sz="675" b="1">
                <a:solidFill>
                  <a:srgbClr val="EAF0F9"/>
                </a:solidFill>
                <a:latin typeface="Avenir Next"/>
                <a:ea typeface="Avenir Next"/>
                <a:cs typeface="Avenir Next"/>
              </a:rPr>
              <a:t>Entreprise</a:t>
            </a:r>
          </a:p>
        </p:txBody>
      </p:sp>
      <p:sp>
        <p:nvSpPr>
          <p:cNvPr id="37" name="">
            <a:extLst xmlns:a="http://schemas.openxmlformats.org/drawingml/2006/main">
              <a:ext uri="{FF2B5EF4-FFF2-40B4-BE49-F238E27FC236}">
                <a16:creationId xmlns:a16="http://schemas.microsoft.com/office/drawing/2014/main" id="{FD50DE98-0F17-4505-AEAD-51FCF98E9E8C}"/>
              </a:ext>
            </a:extLst>
          </p:cNvPr>
          <p:cNvSpPr>
            <a:spLocks xmlns:a="http://schemas.openxmlformats.org/drawingml/2006/main" noGrp="1"/>
          </p:cNvSpPr>
          <p:nvPr/>
        </p:nvSpPr>
        <p:spPr>
          <a:xfrm xmlns:a="http://schemas.openxmlformats.org/drawingml/2006/main">
            <a:off x="7391400" y="4762500"/>
            <a:ext cx="35814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1">
                <a:solidFill>
                  <a:srgbClr val="F5F6F8"/>
                </a:solidFill>
                <a:latin typeface="Avenir Next"/>
                <a:ea typeface="Avenir Next"/>
                <a:cs typeface="Avenir Next"/>
              </a:defRPr>
            </a:pPr>
            <a:r>
              <a:rPr sz="1013" b="1">
                <a:solidFill>
                  <a:srgbClr val="F5F6F8"/>
                </a:solidFill>
                <a:latin typeface="Avenir Next"/>
                <a:ea typeface="Avenir Next"/>
                <a:cs typeface="Avenir Next"/>
              </a:rPr>
              <a:t>Mise a niveau du parc informatique</a:t>
            </a:r>
          </a:p>
        </p:txBody>
      </p:sp>
      <p:sp>
        <p:nvSpPr>
          <p:cNvPr id="38" name="">
            <a:extLst xmlns:a="http://schemas.openxmlformats.org/drawingml/2006/main">
              <a:ext uri="{FF2B5EF4-FFF2-40B4-BE49-F238E27FC236}">
                <a16:creationId xmlns:a16="http://schemas.microsoft.com/office/drawing/2014/main" id="{8CC6180E-DFC6-4749-B856-3EDA1F182CA4}"/>
              </a:ext>
            </a:extLst>
          </p:cNvPr>
          <p:cNvSpPr>
            <a:spLocks xmlns:a="http://schemas.openxmlformats.org/drawingml/2006/main" noGrp="1"/>
          </p:cNvSpPr>
          <p:nvPr/>
        </p:nvSpPr>
        <p:spPr>
          <a:xfrm xmlns:a="http://schemas.openxmlformats.org/drawingml/2006/main">
            <a:off x="7391400" y="5048250"/>
            <a:ext cx="35814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C8D0DC"/>
                </a:solidFill>
                <a:latin typeface="Avenir Next"/>
                <a:ea typeface="Avenir Next"/>
                <a:cs typeface="Avenir Next"/>
              </a:defRPr>
            </a:pPr>
            <a:r>
              <a:rPr sz="788" b="0">
                <a:solidFill>
                  <a:srgbClr val="C8D0DC"/>
                </a:solidFill>
                <a:latin typeface="Avenir Next"/>
                <a:ea typeface="Avenir Next"/>
                <a:cs typeface="Avenir Next"/>
              </a:rPr>
              <a:t>Audit • Maintenance • Optimisation • Securisation</a:t>
            </a:r>
          </a:p>
        </p:txBody>
      </p:sp>
      <p:sp>
        <p:nvSpPr>
          <p:cNvPr id="39" name="">
            <a:extLst xmlns:a="http://schemas.openxmlformats.org/drawingml/2006/main">
              <a:ext uri="{FF2B5EF4-FFF2-40B4-BE49-F238E27FC236}">
                <a16:creationId xmlns:a16="http://schemas.microsoft.com/office/drawing/2014/main" id="{3085E5F2-0ACC-4394-83E8-604E112FAB5F}"/>
              </a:ext>
            </a:extLst>
          </p:cNvPr>
          <p:cNvSpPr>
            <a:spLocks xmlns:a="http://schemas.openxmlformats.org/drawingml/2006/main" noGrp="1"/>
          </p:cNvSpPr>
          <p:nvPr/>
        </p:nvSpPr>
        <p:spPr>
          <a:xfrm xmlns:a="http://schemas.openxmlformats.org/drawingml/2006/main">
            <a:off x="666750" y="5600700"/>
            <a:ext cx="5143500" cy="800100"/>
          </a:xfrm>
          <a:prstGeom xmlns:a="http://schemas.openxmlformats.org/drawingml/2006/main" prst="roundRect">
            <a:avLst>
              <a:gd name="adj" fmla="val 9524"/>
            </a:avLst>
          </a:prstGeom>
          <a:solidFill xmlns:a="http://schemas.openxmlformats.org/drawingml/2006/main">
            <a:srgbClr val="1B2431"/>
          </a:solidFill>
          <a:ln xmlns:a="http://schemas.openxmlformats.org/drawingml/2006/main" w="9525">
            <a:solidFill>
              <a:srgbClr val="34445A"/>
            </a:solidFill>
            <a:prstDash val="solid"/>
          </a:ln>
        </p:spPr>
      </p:sp>
      <p:sp>
        <p:nvSpPr>
          <p:cNvPr id="40" name="">
            <a:extLst xmlns:a="http://schemas.openxmlformats.org/drawingml/2006/main">
              <a:ext uri="{FF2B5EF4-FFF2-40B4-BE49-F238E27FC236}">
                <a16:creationId xmlns:a16="http://schemas.microsoft.com/office/drawing/2014/main" id="{68C03281-868D-4FD7-A702-944D4199E190}"/>
              </a:ext>
            </a:extLst>
          </p:cNvPr>
          <p:cNvSpPr>
            <a:spLocks xmlns:a="http://schemas.openxmlformats.org/drawingml/2006/main" noGrp="1"/>
          </p:cNvSpPr>
          <p:nvPr/>
        </p:nvSpPr>
        <p:spPr>
          <a:xfrm xmlns:a="http://schemas.openxmlformats.org/drawingml/2006/main">
            <a:off x="838200" y="5753100"/>
            <a:ext cx="971550" cy="228600"/>
          </a:xfrm>
          <a:prstGeom xmlns:a="http://schemas.openxmlformats.org/drawingml/2006/main" prst="roundRect">
            <a:avLst>
              <a:gd name="adj" fmla="val 33333"/>
            </a:avLst>
          </a:prstGeom>
          <a:solidFill xmlns:a="http://schemas.openxmlformats.org/drawingml/2006/main">
            <a:srgbClr val="294664"/>
          </a:solidFill>
          <a:ln xmlns:a="http://schemas.openxmlformats.org/drawingml/2006/main" w="9525">
            <a:solidFill>
              <a:srgbClr val="55749D"/>
            </a:solidFill>
            <a:prstDash val="solid"/>
          </a:ln>
        </p:spPr>
      </p:sp>
      <p:sp>
        <p:nvSpPr>
          <p:cNvPr id="41" name="">
            <a:extLst xmlns:a="http://schemas.openxmlformats.org/drawingml/2006/main">
              <a:ext uri="{FF2B5EF4-FFF2-40B4-BE49-F238E27FC236}">
                <a16:creationId xmlns:a16="http://schemas.microsoft.com/office/drawing/2014/main" id="{19E62FE2-9611-4080-82F7-7E9DFEBF87E2}"/>
              </a:ext>
            </a:extLst>
          </p:cNvPr>
          <p:cNvSpPr>
            <a:spLocks xmlns:a="http://schemas.openxmlformats.org/drawingml/2006/main" noGrp="1"/>
          </p:cNvSpPr>
          <p:nvPr/>
        </p:nvSpPr>
        <p:spPr>
          <a:xfrm xmlns:a="http://schemas.openxmlformats.org/drawingml/2006/main">
            <a:off x="952500" y="5819775"/>
            <a:ext cx="74295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75" b="1">
                <a:solidFill>
                  <a:srgbClr val="EAF0F9"/>
                </a:solidFill>
                <a:latin typeface="Avenir Next"/>
                <a:ea typeface="Avenir Next"/>
                <a:cs typeface="Avenir Next"/>
              </a:defRPr>
            </a:pPr>
            <a:r>
              <a:rPr sz="675" b="1">
                <a:solidFill>
                  <a:srgbClr val="EAF0F9"/>
                </a:solidFill>
                <a:latin typeface="Avenir Next"/>
                <a:ea typeface="Avenir Next"/>
                <a:cs typeface="Avenir Next"/>
              </a:rPr>
              <a:t>Entreprise</a:t>
            </a:r>
          </a:p>
        </p:txBody>
      </p:sp>
      <p:sp>
        <p:nvSpPr>
          <p:cNvPr id="42" name="">
            <a:extLst xmlns:a="http://schemas.openxmlformats.org/drawingml/2006/main">
              <a:ext uri="{FF2B5EF4-FFF2-40B4-BE49-F238E27FC236}">
                <a16:creationId xmlns:a16="http://schemas.microsoft.com/office/drawing/2014/main" id="{BDED8F17-DA39-4F4C-8621-9710B41DA783}"/>
              </a:ext>
            </a:extLst>
          </p:cNvPr>
          <p:cNvSpPr>
            <a:spLocks xmlns:a="http://schemas.openxmlformats.org/drawingml/2006/main" noGrp="1"/>
          </p:cNvSpPr>
          <p:nvPr/>
        </p:nvSpPr>
        <p:spPr>
          <a:xfrm xmlns:a="http://schemas.openxmlformats.org/drawingml/2006/main">
            <a:off x="1962150" y="5753100"/>
            <a:ext cx="35814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1">
                <a:solidFill>
                  <a:srgbClr val="F5F6F8"/>
                </a:solidFill>
                <a:latin typeface="Avenir Next"/>
                <a:ea typeface="Avenir Next"/>
                <a:cs typeface="Avenir Next"/>
              </a:defRPr>
            </a:pPr>
            <a:r>
              <a:rPr sz="1013" b="1">
                <a:solidFill>
                  <a:srgbClr val="F5F6F8"/>
                </a:solidFill>
                <a:latin typeface="Avenir Next"/>
                <a:ea typeface="Avenir Next"/>
                <a:cs typeface="Avenir Next"/>
              </a:rPr>
              <a:t>Deploiement de Windows 11</a:t>
            </a:r>
          </a:p>
        </p:txBody>
      </p:sp>
      <p:sp>
        <p:nvSpPr>
          <p:cNvPr id="43" name="">
            <a:extLst xmlns:a="http://schemas.openxmlformats.org/drawingml/2006/main">
              <a:ext uri="{FF2B5EF4-FFF2-40B4-BE49-F238E27FC236}">
                <a16:creationId xmlns:a16="http://schemas.microsoft.com/office/drawing/2014/main" id="{1F808A8D-DFD1-4828-84D7-1D3222016764}"/>
              </a:ext>
            </a:extLst>
          </p:cNvPr>
          <p:cNvSpPr>
            <a:spLocks xmlns:a="http://schemas.openxmlformats.org/drawingml/2006/main" noGrp="1"/>
          </p:cNvSpPr>
          <p:nvPr/>
        </p:nvSpPr>
        <p:spPr>
          <a:xfrm xmlns:a="http://schemas.openxmlformats.org/drawingml/2006/main">
            <a:off x="1962150" y="6038850"/>
            <a:ext cx="35814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C8D0DC"/>
                </a:solidFill>
                <a:latin typeface="Avenir Next"/>
                <a:ea typeface="Avenir Next"/>
                <a:cs typeface="Avenir Next"/>
              </a:defRPr>
            </a:pPr>
            <a:r>
              <a:rPr sz="788" b="0">
                <a:solidFill>
                  <a:srgbClr val="C8D0DC"/>
                </a:solidFill>
                <a:latin typeface="Avenir Next"/>
                <a:ea typeface="Avenir Next"/>
                <a:cs typeface="Avenir Next"/>
              </a:rPr>
              <a:t>Windows 11 • Deploiement • Standardisation • Securisation</a:t>
            </a:r>
          </a:p>
        </p:txBody>
      </p:sp>
      <p:sp>
        <p:nvSpPr>
          <p:cNvPr id="44" name="">
            <a:extLst xmlns:a="http://schemas.openxmlformats.org/drawingml/2006/main">
              <a:ext uri="{FF2B5EF4-FFF2-40B4-BE49-F238E27FC236}">
                <a16:creationId xmlns:a16="http://schemas.microsoft.com/office/drawing/2014/main" id="{6A1E3248-806B-49C7-B74F-91F723699B8B}"/>
              </a:ext>
            </a:extLst>
          </p:cNvPr>
          <p:cNvSpPr>
            <a:spLocks xmlns:a="http://schemas.openxmlformats.org/drawingml/2006/main" noGrp="1"/>
          </p:cNvSpPr>
          <p:nvPr/>
        </p:nvSpPr>
        <p:spPr>
          <a:xfrm xmlns:a="http://schemas.openxmlformats.org/drawingml/2006/main">
            <a:off x="666750" y="6438900"/>
            <a:ext cx="10858500" cy="9525"/>
          </a:xfrm>
          <a:prstGeom xmlns:a="http://schemas.openxmlformats.org/drawingml/2006/main" prst="rect">
            <a:avLst/>
          </a:prstGeom>
          <a:solidFill xmlns:a="http://schemas.openxmlformats.org/drawingml/2006/main">
            <a:srgbClr val="3A475C">
              <a:alpha val="66667"/>
            </a:srgbClr>
          </a:solidFill>
          <a:ln xmlns:a="http://schemas.openxmlformats.org/drawingml/2006/main" w="0">
            <a:solidFill>
              <a:srgbClr val="3A475C">
                <a:alpha val="66667"/>
              </a:srgbClr>
            </a:solidFill>
            <a:prstDash val="solid"/>
          </a:ln>
        </p:spPr>
      </p:sp>
      <p:sp>
        <p:nvSpPr>
          <p:cNvPr id="45" name="">
            <a:extLst xmlns:a="http://schemas.openxmlformats.org/drawingml/2006/main">
              <a:ext uri="{FF2B5EF4-FFF2-40B4-BE49-F238E27FC236}">
                <a16:creationId xmlns:a16="http://schemas.microsoft.com/office/drawing/2014/main" id="{2C5101EE-D030-4573-9EE7-CCCB75E29860}"/>
              </a:ext>
            </a:extLst>
          </p:cNvPr>
          <p:cNvSpPr>
            <a:spLocks xmlns:a="http://schemas.openxmlformats.org/drawingml/2006/main" noGrp="1"/>
          </p:cNvSpPr>
          <p:nvPr/>
        </p:nvSpPr>
        <p:spPr>
          <a:xfrm xmlns:a="http://schemas.openxmlformats.org/drawingml/2006/main">
            <a:off x="666750" y="6534150"/>
            <a:ext cx="8572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C8D0DC"/>
                </a:solidFill>
                <a:latin typeface="Avenir Next"/>
                <a:ea typeface="Avenir Next"/>
                <a:cs typeface="Avenir Next"/>
              </a:defRPr>
            </a:pPr>
            <a:r>
              <a:rPr sz="638" b="0">
                <a:solidFill>
                  <a:srgbClr val="C8D0DC"/>
                </a:solidFill>
                <a:latin typeface="Avenir Next"/>
                <a:ea typeface="Avenir Next"/>
                <a:cs typeface="Avenir Next"/>
              </a:rPr>
              <a:t>Portfolio BTS SIO SISR</a:t>
            </a:r>
          </a:p>
        </p:txBody>
      </p:sp>
      <p:sp>
        <p:nvSpPr>
          <p:cNvPr id="46" name="">
            <a:extLst xmlns:a="http://schemas.openxmlformats.org/drawingml/2006/main">
              <a:ext uri="{FF2B5EF4-FFF2-40B4-BE49-F238E27FC236}">
                <a16:creationId xmlns:a16="http://schemas.microsoft.com/office/drawing/2014/main" id="{070690EE-20D2-40BF-A5D2-537F46B9B9A7}"/>
              </a:ext>
            </a:extLst>
          </p:cNvPr>
          <p:cNvSpPr>
            <a:spLocks xmlns:a="http://schemas.openxmlformats.org/drawingml/2006/main" noGrp="1"/>
          </p:cNvSpPr>
          <p:nvPr/>
        </p:nvSpPr>
        <p:spPr>
          <a:xfrm xmlns:a="http://schemas.openxmlformats.org/drawingml/2006/main">
            <a:off x="11049000" y="6496050"/>
            <a:ext cx="4762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825" b="1">
                <a:solidFill>
                  <a:srgbClr val="C8D0DC"/>
                </a:solidFill>
                <a:latin typeface="Avenir Next"/>
                <a:ea typeface="Avenir Next"/>
                <a:cs typeface="Avenir Next"/>
              </a:defRPr>
            </a:pPr>
            <a:r>
              <a:rPr sz="825" b="1">
                <a:solidFill>
                  <a:srgbClr val="C8D0DC"/>
                </a:solidFill>
                <a:latin typeface="Avenir Next"/>
                <a:ea typeface="Avenir Next"/>
                <a:cs typeface="Avenir Next"/>
              </a:rPr>
              <a:t>04</a:t>
            </a:r>
          </a:p>
        </p:txBody>
      </p:sp>
    </p:spTree>
    <p:extLst>
      <p:ext uri="{BB962C8B-B14F-4D97-AF65-F5344CB8AC3E}">
        <p14:creationId xmlns:p14="http://schemas.microsoft.com/office/powerpoint/2010/main" val="608515881"/>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AA64DEE-26A7-4444-B5F1-AE8E3D2DF84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41922"/>
          </a:solidFill>
          <a:ln xmlns:a="http://schemas.openxmlformats.org/drawingml/2006/main" w="0">
            <a:solidFill>
              <a:srgbClr val="141922"/>
            </a:solidFill>
            <a:prstDash val="solid"/>
          </a:ln>
        </p:spPr>
      </p:sp>
      <p:sp>
        <p:nvSpPr>
          <p:cNvPr id="2" name="">
            <a:extLst xmlns:a="http://schemas.openxmlformats.org/drawingml/2006/main">
              <a:ext uri="{FF2B5EF4-FFF2-40B4-BE49-F238E27FC236}">
                <a16:creationId xmlns:a16="http://schemas.microsoft.com/office/drawing/2014/main" id="{A05AE4BB-5B6A-4B93-81AA-C098FC124727}"/>
              </a:ext>
            </a:extLst>
          </p:cNvPr>
          <p:cNvSpPr>
            <a:spLocks xmlns:a="http://schemas.openxmlformats.org/drawingml/2006/main" noGrp="1"/>
          </p:cNvSpPr>
          <p:nvPr/>
        </p:nvSpPr>
        <p:spPr>
          <a:xfrm xmlns:a="http://schemas.openxmlformats.org/drawingml/2006/main">
            <a:off x="-857250" y="-1428750"/>
            <a:ext cx="4953000" cy="4953000"/>
          </a:xfrm>
          <a:prstGeom xmlns:a="http://schemas.openxmlformats.org/drawingml/2006/main" prst="ellipse">
            <a:avLst/>
          </a:prstGeom>
          <a:solidFill xmlns:a="http://schemas.openxmlformats.org/drawingml/2006/main">
            <a:srgbClr val="6AA3FF">
              <a:alpha val="8627"/>
            </a:srgbClr>
          </a:solidFill>
          <a:ln xmlns:a="http://schemas.openxmlformats.org/drawingml/2006/main" w="0">
            <a:solidFill>
              <a:srgbClr val="6AA3FF">
                <a:alpha val="0"/>
              </a:srgbClr>
            </a:solidFill>
            <a:prstDash val="solid"/>
          </a:ln>
        </p:spPr>
      </p:sp>
      <p:sp>
        <p:nvSpPr>
          <p:cNvPr id="3" name="">
            <a:extLst xmlns:a="http://schemas.openxmlformats.org/drawingml/2006/main">
              <a:ext uri="{FF2B5EF4-FFF2-40B4-BE49-F238E27FC236}">
                <a16:creationId xmlns:a16="http://schemas.microsoft.com/office/drawing/2014/main" id="{1DC107E1-D7F5-4607-9880-C807D1446065}"/>
              </a:ext>
            </a:extLst>
          </p:cNvPr>
          <p:cNvSpPr>
            <a:spLocks xmlns:a="http://schemas.openxmlformats.org/drawingml/2006/main" noGrp="1"/>
          </p:cNvSpPr>
          <p:nvPr/>
        </p:nvSpPr>
        <p:spPr>
          <a:xfrm xmlns:a="http://schemas.openxmlformats.org/drawingml/2006/main">
            <a:off x="8953500" y="-1143000"/>
            <a:ext cx="4000500" cy="4000500"/>
          </a:xfrm>
          <a:prstGeom xmlns:a="http://schemas.openxmlformats.org/drawingml/2006/main" prst="ellipse">
            <a:avLst/>
          </a:prstGeom>
          <a:solidFill xmlns:a="http://schemas.openxmlformats.org/drawingml/2006/main">
            <a:srgbClr val="8AB6FF">
              <a:alpha val="6275"/>
            </a:srgbClr>
          </a:solidFill>
          <a:ln xmlns:a="http://schemas.openxmlformats.org/drawingml/2006/main" w="0">
            <a:solidFill>
              <a:srgbClr val="8AB6FF">
                <a:alpha val="0"/>
              </a:srgbClr>
            </a:solidFill>
            <a:prstDash val="solid"/>
          </a:ln>
        </p:spPr>
      </p:sp>
      <p:sp>
        <p:nvSpPr>
          <p:cNvPr id="4" name="">
            <a:extLst xmlns:a="http://schemas.openxmlformats.org/drawingml/2006/main">
              <a:ext uri="{FF2B5EF4-FFF2-40B4-BE49-F238E27FC236}">
                <a16:creationId xmlns:a16="http://schemas.microsoft.com/office/drawing/2014/main" id="{13EC974D-9FAB-4123-86F4-4A55A4D225EB}"/>
              </a:ext>
            </a:extLst>
          </p:cNvPr>
          <p:cNvSpPr>
            <a:spLocks xmlns:a="http://schemas.openxmlformats.org/drawingml/2006/main" noGrp="1"/>
          </p:cNvSpPr>
          <p:nvPr/>
        </p:nvSpPr>
        <p:spPr>
          <a:xfrm xmlns:a="http://schemas.openxmlformats.org/drawingml/2006/main">
            <a:off x="8763000" y="4476750"/>
            <a:ext cx="3429000" cy="2476500"/>
          </a:xfrm>
          <a:prstGeom xmlns:a="http://schemas.openxmlformats.org/drawingml/2006/main" prst="ellipse">
            <a:avLst/>
          </a:prstGeom>
          <a:solidFill xmlns:a="http://schemas.openxmlformats.org/drawingml/2006/main">
            <a:srgbClr val="6AA3FF">
              <a:alpha val="6275"/>
            </a:srgbClr>
          </a:solidFill>
          <a:ln xmlns:a="http://schemas.openxmlformats.org/drawingml/2006/main" w="0">
            <a:solidFill>
              <a:srgbClr val="6AA3FF">
                <a:alpha val="0"/>
              </a:srgbClr>
            </a:solidFill>
            <a:prstDash val="solid"/>
          </a:ln>
        </p:spPr>
      </p:sp>
      <p:sp>
        <p:nvSpPr>
          <p:cNvPr id="5" name="">
            <a:extLst xmlns:a="http://schemas.openxmlformats.org/drawingml/2006/main">
              <a:ext uri="{FF2B5EF4-FFF2-40B4-BE49-F238E27FC236}">
                <a16:creationId xmlns:a16="http://schemas.microsoft.com/office/drawing/2014/main" id="{6CDEFDC1-07F2-48DC-BBCE-671E499B4257}"/>
              </a:ext>
            </a:extLst>
          </p:cNvPr>
          <p:cNvSpPr>
            <a:spLocks xmlns:a="http://schemas.openxmlformats.org/drawingml/2006/main" noGrp="1"/>
          </p:cNvSpPr>
          <p:nvPr/>
        </p:nvSpPr>
        <p:spPr>
          <a:xfrm xmlns:a="http://schemas.openxmlformats.org/drawingml/2006/main">
            <a:off x="666750" y="476250"/>
            <a:ext cx="4381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6AA3FF"/>
                </a:solidFill>
                <a:latin typeface="Avenir Next"/>
                <a:ea typeface="Avenir Next"/>
                <a:cs typeface="Avenir Next"/>
              </a:defRPr>
            </a:pPr>
            <a:r>
              <a:rPr sz="750" b="1">
                <a:solidFill>
                  <a:srgbClr val="6AA3FF"/>
                </a:solidFill>
                <a:latin typeface="Avenir Next"/>
                <a:ea typeface="Avenir Next"/>
                <a:cs typeface="Avenir Next"/>
              </a:rPr>
              <a:t>PROJET 1</a:t>
            </a:r>
          </a:p>
        </p:txBody>
      </p:sp>
      <p:sp>
        <p:nvSpPr>
          <p:cNvPr id="6" name="">
            <a:extLst xmlns:a="http://schemas.openxmlformats.org/drawingml/2006/main">
              <a:ext uri="{FF2B5EF4-FFF2-40B4-BE49-F238E27FC236}">
                <a16:creationId xmlns:a16="http://schemas.microsoft.com/office/drawing/2014/main" id="{B4B11A94-B135-4847-9556-0720BB2E493C}"/>
              </a:ext>
            </a:extLst>
          </p:cNvPr>
          <p:cNvSpPr>
            <a:spLocks xmlns:a="http://schemas.openxmlformats.org/drawingml/2006/main" noGrp="1"/>
          </p:cNvSpPr>
          <p:nvPr/>
        </p:nvSpPr>
        <p:spPr>
          <a:xfrm xmlns:a="http://schemas.openxmlformats.org/drawingml/2006/main">
            <a:off x="666750" y="742950"/>
            <a:ext cx="72390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75" b="1">
                <a:solidFill>
                  <a:srgbClr val="F5F6F8"/>
                </a:solidFill>
                <a:latin typeface="Avenir Next"/>
                <a:ea typeface="Avenir Next"/>
                <a:cs typeface="Avenir Next"/>
              </a:defRPr>
            </a:pPr>
            <a:r>
              <a:rPr sz="2175" b="1">
                <a:solidFill>
                  <a:srgbClr val="F5F6F8"/>
                </a:solidFill>
                <a:latin typeface="Avenir Next"/>
                <a:ea typeface="Avenir Next"/>
                <a:cs typeface="Avenir Next"/>
              </a:rPr>
              <a:t>Mise en place d'un serveur Active Directory</a:t>
            </a:r>
          </a:p>
        </p:txBody>
      </p:sp>
      <p:sp>
        <p:nvSpPr>
          <p:cNvPr id="7" name="">
            <a:extLst xmlns:a="http://schemas.openxmlformats.org/drawingml/2006/main">
              <a:ext uri="{FF2B5EF4-FFF2-40B4-BE49-F238E27FC236}">
                <a16:creationId xmlns:a16="http://schemas.microsoft.com/office/drawing/2014/main" id="{3118A363-139A-4870-B44C-963ADB7FB1BF}"/>
              </a:ext>
            </a:extLst>
          </p:cNvPr>
          <p:cNvSpPr>
            <a:spLocks xmlns:a="http://schemas.openxmlformats.org/drawingml/2006/main" noGrp="1"/>
          </p:cNvSpPr>
          <p:nvPr/>
        </p:nvSpPr>
        <p:spPr>
          <a:xfrm xmlns:a="http://schemas.openxmlformats.org/drawingml/2006/main">
            <a:off x="666750" y="1295400"/>
            <a:ext cx="74295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0">
                <a:solidFill>
                  <a:srgbClr val="C8D0DC"/>
                </a:solidFill>
                <a:latin typeface="Avenir Next"/>
                <a:ea typeface="Avenir Next"/>
                <a:cs typeface="Avenir Next"/>
              </a:defRPr>
            </a:pPr>
            <a:r>
              <a:rPr sz="1013" b="0">
                <a:solidFill>
                  <a:srgbClr val="C8D0DC"/>
                </a:solidFill>
                <a:latin typeface="Avenir Next"/>
                <a:ea typeface="Avenir Next"/>
                <a:cs typeface="Avenir Next"/>
              </a:rPr>
              <a:t>Deploiement d'un controleur de domaine Windows Server pour centraliser l'administration des utilisateurs et des ressources.</a:t>
            </a:r>
          </a:p>
        </p:txBody>
      </p:sp>
      <p:sp>
        <p:nvSpPr>
          <p:cNvPr id="8" name="">
            <a:extLst xmlns:a="http://schemas.openxmlformats.org/drawingml/2006/main">
              <a:ext uri="{FF2B5EF4-FFF2-40B4-BE49-F238E27FC236}">
                <a16:creationId xmlns:a16="http://schemas.microsoft.com/office/drawing/2014/main" id="{7A5B74D6-58D4-417E-BB7F-E1AE7F7E280D}"/>
              </a:ext>
            </a:extLst>
          </p:cNvPr>
          <p:cNvSpPr>
            <a:spLocks xmlns:a="http://schemas.openxmlformats.org/drawingml/2006/main" noGrp="1"/>
          </p:cNvSpPr>
          <p:nvPr/>
        </p:nvSpPr>
        <p:spPr>
          <a:xfrm xmlns:a="http://schemas.openxmlformats.org/drawingml/2006/main">
            <a:off x="666750" y="2057400"/>
            <a:ext cx="4762500" cy="3238500"/>
          </a:xfrm>
          <a:prstGeom xmlns:a="http://schemas.openxmlformats.org/drawingml/2006/main" prst="roundRect">
            <a:avLst>
              <a:gd name="adj" fmla="val 2353"/>
            </a:avLst>
          </a:prstGeom>
          <a:solidFill xmlns:a="http://schemas.openxmlformats.org/drawingml/2006/main">
            <a:srgbClr val="1C2532"/>
          </a:solidFill>
          <a:ln xmlns:a="http://schemas.openxmlformats.org/drawingml/2006/main" w="9525">
            <a:solidFill>
              <a:srgbClr val="34445A"/>
            </a:solidFill>
            <a:prstDash val="solid"/>
          </a:ln>
        </p:spPr>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af2ab4e37f054150"/>
          <a:stretch xmlns:a="http://schemas.openxmlformats.org/drawingml/2006/main"/>
        </p:blipFill>
        <p:spPr>
          <a:xfrm xmlns:a="http://schemas.openxmlformats.org/drawingml/2006/main">
            <a:off x="2120900" y="2286000"/>
            <a:ext cx="1854200" cy="278130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F27A402E-53F9-4F84-9D17-68752B41BFAF}"/>
              </a:ext>
            </a:extLst>
          </p:cNvPr>
          <p:cNvSpPr>
            <a:spLocks xmlns:a="http://schemas.openxmlformats.org/drawingml/2006/main" noGrp="1"/>
          </p:cNvSpPr>
          <p:nvPr/>
        </p:nvSpPr>
        <p:spPr>
          <a:xfrm xmlns:a="http://schemas.openxmlformats.org/drawingml/2006/main">
            <a:off x="5829300" y="2057400"/>
            <a:ext cx="5695950" cy="3238500"/>
          </a:xfrm>
          <a:prstGeom xmlns:a="http://schemas.openxmlformats.org/drawingml/2006/main" prst="roundRect">
            <a:avLst>
              <a:gd name="adj" fmla="val 2353"/>
            </a:avLst>
          </a:prstGeom>
          <a:solidFill xmlns:a="http://schemas.openxmlformats.org/drawingml/2006/main">
            <a:srgbClr val="1B2431"/>
          </a:solidFill>
          <a:ln xmlns:a="http://schemas.openxmlformats.org/drawingml/2006/main" w="9525">
            <a:solidFill>
              <a:srgbClr val="34445A"/>
            </a:solidFill>
            <a:prstDash val="solid"/>
          </a:ln>
        </p:spPr>
      </p:sp>
      <p:sp>
        <p:nvSpPr>
          <p:cNvPr id="11" name="">
            <a:extLst xmlns:a="http://schemas.openxmlformats.org/drawingml/2006/main">
              <a:ext uri="{FF2B5EF4-FFF2-40B4-BE49-F238E27FC236}">
                <a16:creationId xmlns:a16="http://schemas.microsoft.com/office/drawing/2014/main" id="{DF3EDEB6-453B-4110-B28F-8FAF9D239C21}"/>
              </a:ext>
            </a:extLst>
          </p:cNvPr>
          <p:cNvSpPr>
            <a:spLocks xmlns:a="http://schemas.openxmlformats.org/drawingml/2006/main" noGrp="1"/>
          </p:cNvSpPr>
          <p:nvPr/>
        </p:nvSpPr>
        <p:spPr>
          <a:xfrm xmlns:a="http://schemas.openxmlformats.org/drawingml/2006/main">
            <a:off x="6096000" y="2324100"/>
            <a:ext cx="990600" cy="228600"/>
          </a:xfrm>
          <a:prstGeom xmlns:a="http://schemas.openxmlformats.org/drawingml/2006/main" prst="roundRect">
            <a:avLst>
              <a:gd name="adj" fmla="val 33333"/>
            </a:avLst>
          </a:prstGeom>
          <a:solidFill xmlns:a="http://schemas.openxmlformats.org/drawingml/2006/main">
            <a:srgbClr val="2D3950"/>
          </a:solidFill>
          <a:ln xmlns:a="http://schemas.openxmlformats.org/drawingml/2006/main" w="9525">
            <a:solidFill>
              <a:srgbClr val="55749D"/>
            </a:solidFill>
            <a:prstDash val="solid"/>
          </a:ln>
        </p:spPr>
      </p:sp>
      <p:sp>
        <p:nvSpPr>
          <p:cNvPr id="12" name="">
            <a:extLst xmlns:a="http://schemas.openxmlformats.org/drawingml/2006/main">
              <a:ext uri="{FF2B5EF4-FFF2-40B4-BE49-F238E27FC236}">
                <a16:creationId xmlns:a16="http://schemas.microsoft.com/office/drawing/2014/main" id="{25DC4351-8D8D-4A1A-BCAA-6785B7EEE54B}"/>
              </a:ext>
            </a:extLst>
          </p:cNvPr>
          <p:cNvSpPr>
            <a:spLocks xmlns:a="http://schemas.openxmlformats.org/drawingml/2006/main" noGrp="1"/>
          </p:cNvSpPr>
          <p:nvPr/>
        </p:nvSpPr>
        <p:spPr>
          <a:xfrm xmlns:a="http://schemas.openxmlformats.org/drawingml/2006/main">
            <a:off x="6210300" y="2390775"/>
            <a:ext cx="7620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75" b="1">
                <a:solidFill>
                  <a:srgbClr val="EAF0F9"/>
                </a:solidFill>
                <a:latin typeface="Avenir Next"/>
                <a:ea typeface="Avenir Next"/>
                <a:cs typeface="Avenir Next"/>
              </a:defRPr>
            </a:pPr>
            <a:r>
              <a:rPr sz="675" b="1">
                <a:solidFill>
                  <a:srgbClr val="EAF0F9"/>
                </a:solidFill>
                <a:latin typeface="Avenir Next"/>
                <a:ea typeface="Avenir Next"/>
                <a:cs typeface="Avenir Next"/>
              </a:rPr>
              <a:t>Ecole</a:t>
            </a:r>
          </a:p>
        </p:txBody>
      </p:sp>
      <p:sp>
        <p:nvSpPr>
          <p:cNvPr id="13" name="">
            <a:extLst xmlns:a="http://schemas.openxmlformats.org/drawingml/2006/main">
              <a:ext uri="{FF2B5EF4-FFF2-40B4-BE49-F238E27FC236}">
                <a16:creationId xmlns:a16="http://schemas.microsoft.com/office/drawing/2014/main" id="{706EB4BC-5FBF-41C5-B3CB-277E0389FC9B}"/>
              </a:ext>
            </a:extLst>
          </p:cNvPr>
          <p:cNvSpPr>
            <a:spLocks xmlns:a="http://schemas.openxmlformats.org/drawingml/2006/main" noGrp="1"/>
          </p:cNvSpPr>
          <p:nvPr/>
        </p:nvSpPr>
        <p:spPr>
          <a:xfrm xmlns:a="http://schemas.openxmlformats.org/drawingml/2006/main">
            <a:off x="6096000" y="2743200"/>
            <a:ext cx="2190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F5F6F8"/>
                </a:solidFill>
                <a:latin typeface="Avenir Next"/>
                <a:ea typeface="Avenir Next"/>
                <a:cs typeface="Avenir Next"/>
              </a:defRPr>
            </a:pPr>
            <a:r>
              <a:rPr sz="1050" b="1">
                <a:solidFill>
                  <a:srgbClr val="F5F6F8"/>
                </a:solidFill>
                <a:latin typeface="Avenir Next"/>
                <a:ea typeface="Avenir Next"/>
                <a:cs typeface="Avenir Next"/>
              </a:rPr>
              <a:t>Objectifs et realisations</a:t>
            </a:r>
          </a:p>
        </p:txBody>
      </p:sp>
      <p:sp>
        <p:nvSpPr>
          <p:cNvPr id="14" name="">
            <a:extLst xmlns:a="http://schemas.openxmlformats.org/drawingml/2006/main">
              <a:ext uri="{FF2B5EF4-FFF2-40B4-BE49-F238E27FC236}">
                <a16:creationId xmlns:a16="http://schemas.microsoft.com/office/drawing/2014/main" id="{DE6BAB34-AED4-4610-9671-EFC761A3A809}"/>
              </a:ext>
            </a:extLst>
          </p:cNvPr>
          <p:cNvSpPr>
            <a:spLocks xmlns:a="http://schemas.openxmlformats.org/drawingml/2006/main" noGrp="1"/>
          </p:cNvSpPr>
          <p:nvPr/>
        </p:nvSpPr>
        <p:spPr>
          <a:xfrm xmlns:a="http://schemas.openxmlformats.org/drawingml/2006/main">
            <a:off x="6096000" y="3143250"/>
            <a:ext cx="66675" cy="66675"/>
          </a:xfrm>
          <a:prstGeom xmlns:a="http://schemas.openxmlformats.org/drawingml/2006/main" prst="ellipse">
            <a:avLst/>
          </a:prstGeom>
          <a:solidFill xmlns:a="http://schemas.openxmlformats.org/drawingml/2006/main">
            <a:srgbClr val="6AA3FF"/>
          </a:solidFill>
          <a:ln xmlns:a="http://schemas.openxmlformats.org/drawingml/2006/main" w="0">
            <a:solidFill>
              <a:srgbClr val="6AA3FF"/>
            </a:solidFill>
            <a:prstDash val="solid"/>
          </a:ln>
        </p:spPr>
      </p:sp>
      <p:sp>
        <p:nvSpPr>
          <p:cNvPr id="15" name="">
            <a:extLst xmlns:a="http://schemas.openxmlformats.org/drawingml/2006/main">
              <a:ext uri="{FF2B5EF4-FFF2-40B4-BE49-F238E27FC236}">
                <a16:creationId xmlns:a16="http://schemas.microsoft.com/office/drawing/2014/main" id="{68BCD9C3-CA73-48B1-854D-AFACF7FA72F5}"/>
              </a:ext>
            </a:extLst>
          </p:cNvPr>
          <p:cNvSpPr>
            <a:spLocks xmlns:a="http://schemas.openxmlformats.org/drawingml/2006/main" noGrp="1"/>
          </p:cNvSpPr>
          <p:nvPr/>
        </p:nvSpPr>
        <p:spPr>
          <a:xfrm xmlns:a="http://schemas.openxmlformats.org/drawingml/2006/main">
            <a:off x="6267450" y="3067050"/>
            <a:ext cx="47815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EAF0F9"/>
                </a:solidFill>
                <a:latin typeface="Avenir Next"/>
                <a:ea typeface="Avenir Next"/>
                <a:cs typeface="Avenir Next"/>
              </a:defRPr>
            </a:pPr>
            <a:r>
              <a:rPr sz="975" b="0">
                <a:solidFill>
                  <a:srgbClr val="EAF0F9"/>
                </a:solidFill>
                <a:latin typeface="Avenir Next"/>
                <a:ea typeface="Avenir Next"/>
                <a:cs typeface="Avenir Next"/>
              </a:rPr>
              <a:t>Creation des OU, comptes et groupes</a:t>
            </a:r>
          </a:p>
        </p:txBody>
      </p:sp>
      <p:sp>
        <p:nvSpPr>
          <p:cNvPr id="16" name="">
            <a:extLst xmlns:a="http://schemas.openxmlformats.org/drawingml/2006/main">
              <a:ext uri="{FF2B5EF4-FFF2-40B4-BE49-F238E27FC236}">
                <a16:creationId xmlns:a16="http://schemas.microsoft.com/office/drawing/2014/main" id="{BF4E30EC-503E-4389-BEDB-39C4EBD439D6}"/>
              </a:ext>
            </a:extLst>
          </p:cNvPr>
          <p:cNvSpPr>
            <a:spLocks xmlns:a="http://schemas.openxmlformats.org/drawingml/2006/main" noGrp="1"/>
          </p:cNvSpPr>
          <p:nvPr/>
        </p:nvSpPr>
        <p:spPr>
          <a:xfrm xmlns:a="http://schemas.openxmlformats.org/drawingml/2006/main">
            <a:off x="6096000" y="3486150"/>
            <a:ext cx="66675" cy="66675"/>
          </a:xfrm>
          <a:prstGeom xmlns:a="http://schemas.openxmlformats.org/drawingml/2006/main" prst="ellipse">
            <a:avLst/>
          </a:prstGeom>
          <a:solidFill xmlns:a="http://schemas.openxmlformats.org/drawingml/2006/main">
            <a:srgbClr val="6AA3FF"/>
          </a:solidFill>
          <a:ln xmlns:a="http://schemas.openxmlformats.org/drawingml/2006/main" w="0">
            <a:solidFill>
              <a:srgbClr val="6AA3FF"/>
            </a:solidFill>
            <a:prstDash val="solid"/>
          </a:ln>
        </p:spPr>
      </p:sp>
      <p:sp>
        <p:nvSpPr>
          <p:cNvPr id="17" name="">
            <a:extLst xmlns:a="http://schemas.openxmlformats.org/drawingml/2006/main">
              <a:ext uri="{FF2B5EF4-FFF2-40B4-BE49-F238E27FC236}">
                <a16:creationId xmlns:a16="http://schemas.microsoft.com/office/drawing/2014/main" id="{D2952E13-9F1B-4223-8270-59D22C4AB7B3}"/>
              </a:ext>
            </a:extLst>
          </p:cNvPr>
          <p:cNvSpPr>
            <a:spLocks xmlns:a="http://schemas.openxmlformats.org/drawingml/2006/main" noGrp="1"/>
          </p:cNvSpPr>
          <p:nvPr/>
        </p:nvSpPr>
        <p:spPr>
          <a:xfrm xmlns:a="http://schemas.openxmlformats.org/drawingml/2006/main">
            <a:off x="6267450" y="3409950"/>
            <a:ext cx="47815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EAF0F9"/>
                </a:solidFill>
                <a:latin typeface="Avenir Next"/>
                <a:ea typeface="Avenir Next"/>
                <a:cs typeface="Avenir Next"/>
              </a:defRPr>
            </a:pPr>
            <a:r>
              <a:rPr sz="975" b="0">
                <a:solidFill>
                  <a:srgbClr val="EAF0F9"/>
                </a:solidFill>
                <a:latin typeface="Avenir Next"/>
                <a:ea typeface="Avenir Next"/>
                <a:cs typeface="Avenir Next"/>
              </a:rPr>
              <a:t>Mise en place des GPO</a:t>
            </a:r>
          </a:p>
        </p:txBody>
      </p:sp>
      <p:sp>
        <p:nvSpPr>
          <p:cNvPr id="18" name="">
            <a:extLst xmlns:a="http://schemas.openxmlformats.org/drawingml/2006/main">
              <a:ext uri="{FF2B5EF4-FFF2-40B4-BE49-F238E27FC236}">
                <a16:creationId xmlns:a16="http://schemas.microsoft.com/office/drawing/2014/main" id="{C920CA62-9DA9-4DB2-B5CC-3865593C18B9}"/>
              </a:ext>
            </a:extLst>
          </p:cNvPr>
          <p:cNvSpPr>
            <a:spLocks xmlns:a="http://schemas.openxmlformats.org/drawingml/2006/main" noGrp="1"/>
          </p:cNvSpPr>
          <p:nvPr/>
        </p:nvSpPr>
        <p:spPr>
          <a:xfrm xmlns:a="http://schemas.openxmlformats.org/drawingml/2006/main">
            <a:off x="6096000" y="3829050"/>
            <a:ext cx="66675" cy="66675"/>
          </a:xfrm>
          <a:prstGeom xmlns:a="http://schemas.openxmlformats.org/drawingml/2006/main" prst="ellipse">
            <a:avLst/>
          </a:prstGeom>
          <a:solidFill xmlns:a="http://schemas.openxmlformats.org/drawingml/2006/main">
            <a:srgbClr val="6AA3FF"/>
          </a:solidFill>
          <a:ln xmlns:a="http://schemas.openxmlformats.org/drawingml/2006/main" w="0">
            <a:solidFill>
              <a:srgbClr val="6AA3FF"/>
            </a:solidFill>
            <a:prstDash val="solid"/>
          </a:ln>
        </p:spPr>
      </p:sp>
      <p:sp>
        <p:nvSpPr>
          <p:cNvPr id="19" name="">
            <a:extLst xmlns:a="http://schemas.openxmlformats.org/drawingml/2006/main">
              <a:ext uri="{FF2B5EF4-FFF2-40B4-BE49-F238E27FC236}">
                <a16:creationId xmlns:a16="http://schemas.microsoft.com/office/drawing/2014/main" id="{98164BEE-4C74-4FD1-AFEC-3D17411F2023}"/>
              </a:ext>
            </a:extLst>
          </p:cNvPr>
          <p:cNvSpPr>
            <a:spLocks xmlns:a="http://schemas.openxmlformats.org/drawingml/2006/main" noGrp="1"/>
          </p:cNvSpPr>
          <p:nvPr/>
        </p:nvSpPr>
        <p:spPr>
          <a:xfrm xmlns:a="http://schemas.openxmlformats.org/drawingml/2006/main">
            <a:off x="6267450" y="3752850"/>
            <a:ext cx="47815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EAF0F9"/>
                </a:solidFill>
                <a:latin typeface="Avenir Next"/>
                <a:ea typeface="Avenir Next"/>
                <a:cs typeface="Avenir Next"/>
              </a:defRPr>
            </a:pPr>
            <a:r>
              <a:rPr sz="975" b="0">
                <a:solidFill>
                  <a:srgbClr val="EAF0F9"/>
                </a:solidFill>
                <a:latin typeface="Avenir Next"/>
                <a:ea typeface="Avenir Next"/>
                <a:cs typeface="Avenir Next"/>
              </a:rPr>
              <a:t>Organisation des droits selon la methode AGDLP</a:t>
            </a:r>
          </a:p>
        </p:txBody>
      </p:sp>
      <p:sp>
        <p:nvSpPr>
          <p:cNvPr id="20" name="">
            <a:extLst xmlns:a="http://schemas.openxmlformats.org/drawingml/2006/main">
              <a:ext uri="{FF2B5EF4-FFF2-40B4-BE49-F238E27FC236}">
                <a16:creationId xmlns:a16="http://schemas.microsoft.com/office/drawing/2014/main" id="{E7C4EBB4-9871-4F7D-BA5F-F3AB088755D5}"/>
              </a:ext>
            </a:extLst>
          </p:cNvPr>
          <p:cNvSpPr>
            <a:spLocks xmlns:a="http://schemas.openxmlformats.org/drawingml/2006/main" noGrp="1"/>
          </p:cNvSpPr>
          <p:nvPr/>
        </p:nvSpPr>
        <p:spPr>
          <a:xfrm xmlns:a="http://schemas.openxmlformats.org/drawingml/2006/main">
            <a:off x="6096000" y="4248150"/>
            <a:ext cx="1524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6AA3FF"/>
                </a:solidFill>
                <a:latin typeface="Avenir Next"/>
                <a:ea typeface="Avenir Next"/>
                <a:cs typeface="Avenir Next"/>
              </a:defRPr>
            </a:pPr>
            <a:r>
              <a:rPr sz="900" b="1">
                <a:solidFill>
                  <a:srgbClr val="6AA3FF"/>
                </a:solidFill>
                <a:latin typeface="Avenir Next"/>
                <a:ea typeface="Avenir Next"/>
                <a:cs typeface="Avenir Next"/>
              </a:rPr>
              <a:t>Technologies</a:t>
            </a:r>
          </a:p>
        </p:txBody>
      </p:sp>
      <p:sp>
        <p:nvSpPr>
          <p:cNvPr id="21" name="">
            <a:extLst xmlns:a="http://schemas.openxmlformats.org/drawingml/2006/main">
              <a:ext uri="{FF2B5EF4-FFF2-40B4-BE49-F238E27FC236}">
                <a16:creationId xmlns:a16="http://schemas.microsoft.com/office/drawing/2014/main" id="{EE43E3D2-2D89-4151-AD21-E22110C84C57}"/>
              </a:ext>
            </a:extLst>
          </p:cNvPr>
          <p:cNvSpPr>
            <a:spLocks xmlns:a="http://schemas.openxmlformats.org/drawingml/2006/main" noGrp="1"/>
          </p:cNvSpPr>
          <p:nvPr/>
        </p:nvSpPr>
        <p:spPr>
          <a:xfrm xmlns:a="http://schemas.openxmlformats.org/drawingml/2006/main">
            <a:off x="6096000" y="4495800"/>
            <a:ext cx="476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C8D0DC"/>
                </a:solidFill>
                <a:latin typeface="Avenir Next"/>
                <a:ea typeface="Avenir Next"/>
                <a:cs typeface="Avenir Next"/>
              </a:defRPr>
            </a:pPr>
            <a:r>
              <a:rPr sz="900" b="0">
                <a:solidFill>
                  <a:srgbClr val="C8D0DC"/>
                </a:solidFill>
                <a:latin typeface="Avenir Next"/>
                <a:ea typeface="Avenir Next"/>
                <a:cs typeface="Avenir Next"/>
              </a:rPr>
              <a:t>Windows Server • AD DS • GPO • AGDLP</a:t>
            </a:r>
          </a:p>
        </p:txBody>
      </p:sp>
      <p:sp>
        <p:nvSpPr>
          <p:cNvPr id="22" name="">
            <a:extLst xmlns:a="http://schemas.openxmlformats.org/drawingml/2006/main">
              <a:ext uri="{FF2B5EF4-FFF2-40B4-BE49-F238E27FC236}">
                <a16:creationId xmlns:a16="http://schemas.microsoft.com/office/drawing/2014/main" id="{B2CD9E29-FAAB-43FD-8CFA-09AA4A995975}"/>
              </a:ext>
            </a:extLst>
          </p:cNvPr>
          <p:cNvSpPr>
            <a:spLocks xmlns:a="http://schemas.openxmlformats.org/drawingml/2006/main" noGrp="1"/>
          </p:cNvSpPr>
          <p:nvPr/>
        </p:nvSpPr>
        <p:spPr>
          <a:xfrm xmlns:a="http://schemas.openxmlformats.org/drawingml/2006/main">
            <a:off x="6096000" y="4857750"/>
            <a:ext cx="1143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6AA3FF"/>
                </a:solidFill>
                <a:latin typeface="Avenir Next"/>
                <a:ea typeface="Avenir Next"/>
                <a:cs typeface="Avenir Next"/>
              </a:defRPr>
            </a:pPr>
            <a:r>
              <a:rPr sz="900" b="1">
                <a:solidFill>
                  <a:srgbClr val="6AA3FF"/>
                </a:solidFill>
                <a:latin typeface="Avenir Next"/>
                <a:ea typeface="Avenir Next"/>
                <a:cs typeface="Avenir Next"/>
              </a:rPr>
              <a:t>Livrables</a:t>
            </a:r>
          </a:p>
        </p:txBody>
      </p:sp>
      <p:sp>
        <p:nvSpPr>
          <p:cNvPr id="23" name="">
            <a:extLst xmlns:a="http://schemas.openxmlformats.org/drawingml/2006/main">
              <a:ext uri="{FF2B5EF4-FFF2-40B4-BE49-F238E27FC236}">
                <a16:creationId xmlns:a16="http://schemas.microsoft.com/office/drawing/2014/main" id="{60F7F6B0-514E-4B50-B1BF-883301A1E822}"/>
              </a:ext>
            </a:extLst>
          </p:cNvPr>
          <p:cNvSpPr>
            <a:spLocks xmlns:a="http://schemas.openxmlformats.org/drawingml/2006/main" noGrp="1"/>
          </p:cNvSpPr>
          <p:nvPr/>
        </p:nvSpPr>
        <p:spPr>
          <a:xfrm xmlns:a="http://schemas.openxmlformats.org/drawingml/2006/main">
            <a:off x="6096000" y="5105400"/>
            <a:ext cx="2095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C8D0DC"/>
                </a:solidFill>
                <a:latin typeface="Avenir Next"/>
                <a:ea typeface="Avenir Next"/>
                <a:cs typeface="Avenir Next"/>
              </a:defRPr>
            </a:pPr>
            <a:r>
              <a:rPr sz="900" b="0">
                <a:solidFill>
                  <a:srgbClr val="C8D0DC"/>
                </a:solidFill>
                <a:latin typeface="Avenir Next"/>
                <a:ea typeface="Avenir Next"/>
                <a:cs typeface="Avenir Next"/>
              </a:rPr>
              <a:t>1 dossier technique + maquettes VM</a:t>
            </a:r>
          </a:p>
        </p:txBody>
      </p:sp>
      <p:sp>
        <p:nvSpPr>
          <p:cNvPr id="24" name="">
            <a:extLst xmlns:a="http://schemas.openxmlformats.org/drawingml/2006/main">
              <a:ext uri="{FF2B5EF4-FFF2-40B4-BE49-F238E27FC236}">
                <a16:creationId xmlns:a16="http://schemas.microsoft.com/office/drawing/2014/main" id="{4F8C59E0-CC47-44E3-954E-1CD5A98683B2}"/>
              </a:ext>
            </a:extLst>
          </p:cNvPr>
          <p:cNvSpPr>
            <a:spLocks xmlns:a="http://schemas.openxmlformats.org/drawingml/2006/main" noGrp="1"/>
          </p:cNvSpPr>
          <p:nvPr/>
        </p:nvSpPr>
        <p:spPr>
          <a:xfrm xmlns:a="http://schemas.openxmlformats.org/drawingml/2006/main">
            <a:off x="666750" y="6438900"/>
            <a:ext cx="10858500" cy="9525"/>
          </a:xfrm>
          <a:prstGeom xmlns:a="http://schemas.openxmlformats.org/drawingml/2006/main" prst="rect">
            <a:avLst/>
          </a:prstGeom>
          <a:solidFill xmlns:a="http://schemas.openxmlformats.org/drawingml/2006/main">
            <a:srgbClr val="3A475C">
              <a:alpha val="66667"/>
            </a:srgbClr>
          </a:solidFill>
          <a:ln xmlns:a="http://schemas.openxmlformats.org/drawingml/2006/main" w="0">
            <a:solidFill>
              <a:srgbClr val="3A475C">
                <a:alpha val="66667"/>
              </a:srgbClr>
            </a:solidFill>
            <a:prstDash val="solid"/>
          </a:ln>
        </p:spPr>
      </p:sp>
      <p:sp>
        <p:nvSpPr>
          <p:cNvPr id="25" name="">
            <a:extLst xmlns:a="http://schemas.openxmlformats.org/drawingml/2006/main">
              <a:ext uri="{FF2B5EF4-FFF2-40B4-BE49-F238E27FC236}">
                <a16:creationId xmlns:a16="http://schemas.microsoft.com/office/drawing/2014/main" id="{515F500A-0BD7-4177-92F7-4E8308C37AB8}"/>
              </a:ext>
            </a:extLst>
          </p:cNvPr>
          <p:cNvSpPr>
            <a:spLocks xmlns:a="http://schemas.openxmlformats.org/drawingml/2006/main" noGrp="1"/>
          </p:cNvSpPr>
          <p:nvPr/>
        </p:nvSpPr>
        <p:spPr>
          <a:xfrm xmlns:a="http://schemas.openxmlformats.org/drawingml/2006/main">
            <a:off x="666750" y="6534150"/>
            <a:ext cx="8572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C8D0DC"/>
                </a:solidFill>
                <a:latin typeface="Avenir Next"/>
                <a:ea typeface="Avenir Next"/>
                <a:cs typeface="Avenir Next"/>
              </a:defRPr>
            </a:pPr>
            <a:r>
              <a:rPr sz="638" b="0">
                <a:solidFill>
                  <a:srgbClr val="C8D0DC"/>
                </a:solidFill>
                <a:latin typeface="Avenir Next"/>
                <a:ea typeface="Avenir Next"/>
                <a:cs typeface="Avenir Next"/>
              </a:rPr>
              <a:t>Projet: Active Directory</a:t>
            </a:r>
          </a:p>
        </p:txBody>
      </p:sp>
      <p:sp>
        <p:nvSpPr>
          <p:cNvPr id="26" name="">
            <a:extLst xmlns:a="http://schemas.openxmlformats.org/drawingml/2006/main">
              <a:ext uri="{FF2B5EF4-FFF2-40B4-BE49-F238E27FC236}">
                <a16:creationId xmlns:a16="http://schemas.microsoft.com/office/drawing/2014/main" id="{23E2AA62-72BA-4C2E-8CBB-CD59D71A420F}"/>
              </a:ext>
            </a:extLst>
          </p:cNvPr>
          <p:cNvSpPr>
            <a:spLocks xmlns:a="http://schemas.openxmlformats.org/drawingml/2006/main" noGrp="1"/>
          </p:cNvSpPr>
          <p:nvPr/>
        </p:nvSpPr>
        <p:spPr>
          <a:xfrm xmlns:a="http://schemas.openxmlformats.org/drawingml/2006/main">
            <a:off x="11049000" y="6496050"/>
            <a:ext cx="4762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825" b="1">
                <a:solidFill>
                  <a:srgbClr val="C8D0DC"/>
                </a:solidFill>
                <a:latin typeface="Avenir Next"/>
                <a:ea typeface="Avenir Next"/>
                <a:cs typeface="Avenir Next"/>
              </a:defRPr>
            </a:pPr>
            <a:r>
              <a:rPr sz="825" b="1">
                <a:solidFill>
                  <a:srgbClr val="C8D0DC"/>
                </a:solidFill>
                <a:latin typeface="Avenir Next"/>
                <a:ea typeface="Avenir Next"/>
                <a:cs typeface="Avenir Next"/>
              </a:rPr>
              <a:t>05</a:t>
            </a:r>
          </a:p>
        </p:txBody>
      </p:sp>
    </p:spTree>
    <p:extLst>
      <p:ext uri="{BB962C8B-B14F-4D97-AF65-F5344CB8AC3E}">
        <p14:creationId xmlns:p14="http://schemas.microsoft.com/office/powerpoint/2010/main" val="1255536065"/>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DEC9CF1-E3CB-4F2C-9485-7CC846D1596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41922"/>
          </a:solidFill>
          <a:ln xmlns:a="http://schemas.openxmlformats.org/drawingml/2006/main" w="0">
            <a:solidFill>
              <a:srgbClr val="141922"/>
            </a:solidFill>
            <a:prstDash val="solid"/>
          </a:ln>
        </p:spPr>
      </p:sp>
      <p:sp>
        <p:nvSpPr>
          <p:cNvPr id="2" name="">
            <a:extLst xmlns:a="http://schemas.openxmlformats.org/drawingml/2006/main">
              <a:ext uri="{FF2B5EF4-FFF2-40B4-BE49-F238E27FC236}">
                <a16:creationId xmlns:a16="http://schemas.microsoft.com/office/drawing/2014/main" id="{E8424D17-602C-4C0C-82B0-7234BD130052}"/>
              </a:ext>
            </a:extLst>
          </p:cNvPr>
          <p:cNvSpPr>
            <a:spLocks xmlns:a="http://schemas.openxmlformats.org/drawingml/2006/main" noGrp="1"/>
          </p:cNvSpPr>
          <p:nvPr/>
        </p:nvSpPr>
        <p:spPr>
          <a:xfrm xmlns:a="http://schemas.openxmlformats.org/drawingml/2006/main">
            <a:off x="-857250" y="-1428750"/>
            <a:ext cx="4953000" cy="4953000"/>
          </a:xfrm>
          <a:prstGeom xmlns:a="http://schemas.openxmlformats.org/drawingml/2006/main" prst="ellipse">
            <a:avLst/>
          </a:prstGeom>
          <a:solidFill xmlns:a="http://schemas.openxmlformats.org/drawingml/2006/main">
            <a:srgbClr val="6AA3FF">
              <a:alpha val="8627"/>
            </a:srgbClr>
          </a:solidFill>
          <a:ln xmlns:a="http://schemas.openxmlformats.org/drawingml/2006/main" w="0">
            <a:solidFill>
              <a:srgbClr val="6AA3FF">
                <a:alpha val="0"/>
              </a:srgbClr>
            </a:solidFill>
            <a:prstDash val="solid"/>
          </a:ln>
        </p:spPr>
      </p:sp>
      <p:sp>
        <p:nvSpPr>
          <p:cNvPr id="3" name="">
            <a:extLst xmlns:a="http://schemas.openxmlformats.org/drawingml/2006/main">
              <a:ext uri="{FF2B5EF4-FFF2-40B4-BE49-F238E27FC236}">
                <a16:creationId xmlns:a16="http://schemas.microsoft.com/office/drawing/2014/main" id="{622E082D-19F0-4476-A26F-17911DBF9324}"/>
              </a:ext>
            </a:extLst>
          </p:cNvPr>
          <p:cNvSpPr>
            <a:spLocks xmlns:a="http://schemas.openxmlformats.org/drawingml/2006/main" noGrp="1"/>
          </p:cNvSpPr>
          <p:nvPr/>
        </p:nvSpPr>
        <p:spPr>
          <a:xfrm xmlns:a="http://schemas.openxmlformats.org/drawingml/2006/main">
            <a:off x="8953500" y="-1143000"/>
            <a:ext cx="4000500" cy="4000500"/>
          </a:xfrm>
          <a:prstGeom xmlns:a="http://schemas.openxmlformats.org/drawingml/2006/main" prst="ellipse">
            <a:avLst/>
          </a:prstGeom>
          <a:solidFill xmlns:a="http://schemas.openxmlformats.org/drawingml/2006/main">
            <a:srgbClr val="8AB6FF">
              <a:alpha val="6275"/>
            </a:srgbClr>
          </a:solidFill>
          <a:ln xmlns:a="http://schemas.openxmlformats.org/drawingml/2006/main" w="0">
            <a:solidFill>
              <a:srgbClr val="8AB6FF">
                <a:alpha val="0"/>
              </a:srgbClr>
            </a:solidFill>
            <a:prstDash val="solid"/>
          </a:ln>
        </p:spPr>
      </p:sp>
      <p:sp>
        <p:nvSpPr>
          <p:cNvPr id="4" name="">
            <a:extLst xmlns:a="http://schemas.openxmlformats.org/drawingml/2006/main">
              <a:ext uri="{FF2B5EF4-FFF2-40B4-BE49-F238E27FC236}">
                <a16:creationId xmlns:a16="http://schemas.microsoft.com/office/drawing/2014/main" id="{AB60C470-791A-489C-B878-690701E3FB3E}"/>
              </a:ext>
            </a:extLst>
          </p:cNvPr>
          <p:cNvSpPr>
            <a:spLocks xmlns:a="http://schemas.openxmlformats.org/drawingml/2006/main" noGrp="1"/>
          </p:cNvSpPr>
          <p:nvPr/>
        </p:nvSpPr>
        <p:spPr>
          <a:xfrm xmlns:a="http://schemas.openxmlformats.org/drawingml/2006/main">
            <a:off x="8763000" y="4476750"/>
            <a:ext cx="3429000" cy="2476500"/>
          </a:xfrm>
          <a:prstGeom xmlns:a="http://schemas.openxmlformats.org/drawingml/2006/main" prst="ellipse">
            <a:avLst/>
          </a:prstGeom>
          <a:solidFill xmlns:a="http://schemas.openxmlformats.org/drawingml/2006/main">
            <a:srgbClr val="6AA3FF">
              <a:alpha val="6275"/>
            </a:srgbClr>
          </a:solidFill>
          <a:ln xmlns:a="http://schemas.openxmlformats.org/drawingml/2006/main" w="0">
            <a:solidFill>
              <a:srgbClr val="6AA3FF">
                <a:alpha val="0"/>
              </a:srgbClr>
            </a:solidFill>
            <a:prstDash val="solid"/>
          </a:ln>
        </p:spPr>
      </p:sp>
      <p:sp>
        <p:nvSpPr>
          <p:cNvPr id="5" name="">
            <a:extLst xmlns:a="http://schemas.openxmlformats.org/drawingml/2006/main">
              <a:ext uri="{FF2B5EF4-FFF2-40B4-BE49-F238E27FC236}">
                <a16:creationId xmlns:a16="http://schemas.microsoft.com/office/drawing/2014/main" id="{52F54C16-2786-4552-9AAF-484289511165}"/>
              </a:ext>
            </a:extLst>
          </p:cNvPr>
          <p:cNvSpPr>
            <a:spLocks xmlns:a="http://schemas.openxmlformats.org/drawingml/2006/main" noGrp="1"/>
          </p:cNvSpPr>
          <p:nvPr/>
        </p:nvSpPr>
        <p:spPr>
          <a:xfrm xmlns:a="http://schemas.openxmlformats.org/drawingml/2006/main">
            <a:off x="666750" y="476250"/>
            <a:ext cx="4381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6AA3FF"/>
                </a:solidFill>
                <a:latin typeface="Avenir Next"/>
                <a:ea typeface="Avenir Next"/>
                <a:cs typeface="Avenir Next"/>
              </a:defRPr>
            </a:pPr>
            <a:r>
              <a:rPr sz="750" b="1">
                <a:solidFill>
                  <a:srgbClr val="6AA3FF"/>
                </a:solidFill>
                <a:latin typeface="Avenir Next"/>
                <a:ea typeface="Avenir Next"/>
                <a:cs typeface="Avenir Next"/>
              </a:rPr>
              <a:t>PROJET 2</a:t>
            </a:r>
          </a:p>
        </p:txBody>
      </p:sp>
      <p:sp>
        <p:nvSpPr>
          <p:cNvPr id="6" name="">
            <a:extLst xmlns:a="http://schemas.openxmlformats.org/drawingml/2006/main">
              <a:ext uri="{FF2B5EF4-FFF2-40B4-BE49-F238E27FC236}">
                <a16:creationId xmlns:a16="http://schemas.microsoft.com/office/drawing/2014/main" id="{6A826610-487F-4A2A-A0FE-16072376EA11}"/>
              </a:ext>
            </a:extLst>
          </p:cNvPr>
          <p:cNvSpPr>
            <a:spLocks xmlns:a="http://schemas.openxmlformats.org/drawingml/2006/main" noGrp="1"/>
          </p:cNvSpPr>
          <p:nvPr/>
        </p:nvSpPr>
        <p:spPr>
          <a:xfrm xmlns:a="http://schemas.openxmlformats.org/drawingml/2006/main">
            <a:off x="666750" y="742950"/>
            <a:ext cx="72390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75" b="1">
                <a:solidFill>
                  <a:srgbClr val="F5F6F8"/>
                </a:solidFill>
                <a:latin typeface="Avenir Next"/>
                <a:ea typeface="Avenir Next"/>
                <a:cs typeface="Avenir Next"/>
              </a:defRPr>
            </a:pPr>
            <a:r>
              <a:rPr sz="2175" b="1">
                <a:solidFill>
                  <a:srgbClr val="F5F6F8"/>
                </a:solidFill>
                <a:latin typeface="Avenir Next"/>
                <a:ea typeface="Avenir Next"/>
                <a:cs typeface="Avenir Next"/>
              </a:rPr>
              <a:t>Serveur web conteneurise avec Docker sous VMware</a:t>
            </a:r>
          </a:p>
        </p:txBody>
      </p:sp>
      <p:sp>
        <p:nvSpPr>
          <p:cNvPr id="7" name="">
            <a:extLst xmlns:a="http://schemas.openxmlformats.org/drawingml/2006/main">
              <a:ext uri="{FF2B5EF4-FFF2-40B4-BE49-F238E27FC236}">
                <a16:creationId xmlns:a16="http://schemas.microsoft.com/office/drawing/2014/main" id="{9BDC4B68-4C04-44F8-A1F1-1D1766EFDDEA}"/>
              </a:ext>
            </a:extLst>
          </p:cNvPr>
          <p:cNvSpPr>
            <a:spLocks xmlns:a="http://schemas.openxmlformats.org/drawingml/2006/main" noGrp="1"/>
          </p:cNvSpPr>
          <p:nvPr/>
        </p:nvSpPr>
        <p:spPr>
          <a:xfrm xmlns:a="http://schemas.openxmlformats.org/drawingml/2006/main">
            <a:off x="666750" y="1295400"/>
            <a:ext cx="74295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0">
                <a:solidFill>
                  <a:srgbClr val="C8D0DC"/>
                </a:solidFill>
                <a:latin typeface="Avenir Next"/>
                <a:ea typeface="Avenir Next"/>
                <a:cs typeface="Avenir Next"/>
              </a:defRPr>
            </a:pPr>
            <a:r>
              <a:rPr sz="1013" b="0">
                <a:solidFill>
                  <a:srgbClr val="C8D0DC"/>
                </a:solidFill>
                <a:latin typeface="Avenir Next"/>
                <a:ea typeface="Avenir Next"/>
                <a:cs typeface="Avenir Next"/>
              </a:rPr>
              <a:t>Mise en place d'un service web dans une machine virtuelle avec Docker pour disposer d'un environnement portable et isole.</a:t>
            </a:r>
          </a:p>
        </p:txBody>
      </p:sp>
      <p:sp>
        <p:nvSpPr>
          <p:cNvPr id="8" name="">
            <a:extLst xmlns:a="http://schemas.openxmlformats.org/drawingml/2006/main">
              <a:ext uri="{FF2B5EF4-FFF2-40B4-BE49-F238E27FC236}">
                <a16:creationId xmlns:a16="http://schemas.microsoft.com/office/drawing/2014/main" id="{1B08DC38-586B-413A-8E0A-5F75A8EF8835}"/>
              </a:ext>
            </a:extLst>
          </p:cNvPr>
          <p:cNvSpPr>
            <a:spLocks xmlns:a="http://schemas.openxmlformats.org/drawingml/2006/main" noGrp="1"/>
          </p:cNvSpPr>
          <p:nvPr/>
        </p:nvSpPr>
        <p:spPr>
          <a:xfrm xmlns:a="http://schemas.openxmlformats.org/drawingml/2006/main">
            <a:off x="666750" y="2057400"/>
            <a:ext cx="4762500" cy="3238500"/>
          </a:xfrm>
          <a:prstGeom xmlns:a="http://schemas.openxmlformats.org/drawingml/2006/main" prst="roundRect">
            <a:avLst>
              <a:gd name="adj" fmla="val 2353"/>
            </a:avLst>
          </a:prstGeom>
          <a:solidFill xmlns:a="http://schemas.openxmlformats.org/drawingml/2006/main">
            <a:srgbClr val="1C2532"/>
          </a:solidFill>
          <a:ln xmlns:a="http://schemas.openxmlformats.org/drawingml/2006/main" w="9525">
            <a:solidFill>
              <a:srgbClr val="34445A"/>
            </a:solidFill>
            <a:prstDash val="solid"/>
          </a:ln>
        </p:spPr>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adc80ba96451446c"/>
          <a:stretch xmlns:a="http://schemas.openxmlformats.org/drawingml/2006/main"/>
        </p:blipFill>
        <p:spPr>
          <a:xfrm xmlns:a="http://schemas.openxmlformats.org/drawingml/2006/main">
            <a:off x="876300" y="2286000"/>
            <a:ext cx="4343400" cy="278130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21BB9CF7-DEF9-477B-849C-9D81611D9C66}"/>
              </a:ext>
            </a:extLst>
          </p:cNvPr>
          <p:cNvSpPr>
            <a:spLocks xmlns:a="http://schemas.openxmlformats.org/drawingml/2006/main" noGrp="1"/>
          </p:cNvSpPr>
          <p:nvPr/>
        </p:nvSpPr>
        <p:spPr>
          <a:xfrm xmlns:a="http://schemas.openxmlformats.org/drawingml/2006/main">
            <a:off x="5829300" y="2057400"/>
            <a:ext cx="5695950" cy="3238500"/>
          </a:xfrm>
          <a:prstGeom xmlns:a="http://schemas.openxmlformats.org/drawingml/2006/main" prst="roundRect">
            <a:avLst>
              <a:gd name="adj" fmla="val 2353"/>
            </a:avLst>
          </a:prstGeom>
          <a:solidFill xmlns:a="http://schemas.openxmlformats.org/drawingml/2006/main">
            <a:srgbClr val="1B2431"/>
          </a:solidFill>
          <a:ln xmlns:a="http://schemas.openxmlformats.org/drawingml/2006/main" w="9525">
            <a:solidFill>
              <a:srgbClr val="34445A"/>
            </a:solidFill>
            <a:prstDash val="solid"/>
          </a:ln>
        </p:spPr>
      </p:sp>
      <p:sp>
        <p:nvSpPr>
          <p:cNvPr id="11" name="">
            <a:extLst xmlns:a="http://schemas.openxmlformats.org/drawingml/2006/main">
              <a:ext uri="{FF2B5EF4-FFF2-40B4-BE49-F238E27FC236}">
                <a16:creationId xmlns:a16="http://schemas.microsoft.com/office/drawing/2014/main" id="{B0E4787C-07E9-4EA7-9C95-DDB088794F32}"/>
              </a:ext>
            </a:extLst>
          </p:cNvPr>
          <p:cNvSpPr>
            <a:spLocks xmlns:a="http://schemas.openxmlformats.org/drawingml/2006/main" noGrp="1"/>
          </p:cNvSpPr>
          <p:nvPr/>
        </p:nvSpPr>
        <p:spPr>
          <a:xfrm xmlns:a="http://schemas.openxmlformats.org/drawingml/2006/main">
            <a:off x="6096000" y="2324100"/>
            <a:ext cx="990600" cy="228600"/>
          </a:xfrm>
          <a:prstGeom xmlns:a="http://schemas.openxmlformats.org/drawingml/2006/main" prst="roundRect">
            <a:avLst>
              <a:gd name="adj" fmla="val 33333"/>
            </a:avLst>
          </a:prstGeom>
          <a:solidFill xmlns:a="http://schemas.openxmlformats.org/drawingml/2006/main">
            <a:srgbClr val="2D3950"/>
          </a:solidFill>
          <a:ln xmlns:a="http://schemas.openxmlformats.org/drawingml/2006/main" w="9525">
            <a:solidFill>
              <a:srgbClr val="55749D"/>
            </a:solidFill>
            <a:prstDash val="solid"/>
          </a:ln>
        </p:spPr>
      </p:sp>
      <p:sp>
        <p:nvSpPr>
          <p:cNvPr id="12" name="">
            <a:extLst xmlns:a="http://schemas.openxmlformats.org/drawingml/2006/main">
              <a:ext uri="{FF2B5EF4-FFF2-40B4-BE49-F238E27FC236}">
                <a16:creationId xmlns:a16="http://schemas.microsoft.com/office/drawing/2014/main" id="{0BEFF6D1-72B0-4054-A864-260FF40297CF}"/>
              </a:ext>
            </a:extLst>
          </p:cNvPr>
          <p:cNvSpPr>
            <a:spLocks xmlns:a="http://schemas.openxmlformats.org/drawingml/2006/main" noGrp="1"/>
          </p:cNvSpPr>
          <p:nvPr/>
        </p:nvSpPr>
        <p:spPr>
          <a:xfrm xmlns:a="http://schemas.openxmlformats.org/drawingml/2006/main">
            <a:off x="6210300" y="2390775"/>
            <a:ext cx="7620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75" b="1">
                <a:solidFill>
                  <a:srgbClr val="EAF0F9"/>
                </a:solidFill>
                <a:latin typeface="Avenir Next"/>
                <a:ea typeface="Avenir Next"/>
                <a:cs typeface="Avenir Next"/>
              </a:defRPr>
            </a:pPr>
            <a:r>
              <a:rPr sz="675" b="1">
                <a:solidFill>
                  <a:srgbClr val="EAF0F9"/>
                </a:solidFill>
                <a:latin typeface="Avenir Next"/>
                <a:ea typeface="Avenir Next"/>
                <a:cs typeface="Avenir Next"/>
              </a:rPr>
              <a:t>Ecole</a:t>
            </a:r>
          </a:p>
        </p:txBody>
      </p:sp>
      <p:sp>
        <p:nvSpPr>
          <p:cNvPr id="13" name="">
            <a:extLst xmlns:a="http://schemas.openxmlformats.org/drawingml/2006/main">
              <a:ext uri="{FF2B5EF4-FFF2-40B4-BE49-F238E27FC236}">
                <a16:creationId xmlns:a16="http://schemas.microsoft.com/office/drawing/2014/main" id="{77B5063E-7427-4262-86A1-F48E9870724A}"/>
              </a:ext>
            </a:extLst>
          </p:cNvPr>
          <p:cNvSpPr>
            <a:spLocks xmlns:a="http://schemas.openxmlformats.org/drawingml/2006/main" noGrp="1"/>
          </p:cNvSpPr>
          <p:nvPr/>
        </p:nvSpPr>
        <p:spPr>
          <a:xfrm xmlns:a="http://schemas.openxmlformats.org/drawingml/2006/main">
            <a:off x="6096000" y="2743200"/>
            <a:ext cx="2190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F5F6F8"/>
                </a:solidFill>
                <a:latin typeface="Avenir Next"/>
                <a:ea typeface="Avenir Next"/>
                <a:cs typeface="Avenir Next"/>
              </a:defRPr>
            </a:pPr>
            <a:r>
              <a:rPr sz="1050" b="1">
                <a:solidFill>
                  <a:srgbClr val="F5F6F8"/>
                </a:solidFill>
                <a:latin typeface="Avenir Next"/>
                <a:ea typeface="Avenir Next"/>
                <a:cs typeface="Avenir Next"/>
              </a:rPr>
              <a:t>Objectifs et realisations</a:t>
            </a:r>
          </a:p>
        </p:txBody>
      </p:sp>
      <p:sp>
        <p:nvSpPr>
          <p:cNvPr id="14" name="">
            <a:extLst xmlns:a="http://schemas.openxmlformats.org/drawingml/2006/main">
              <a:ext uri="{FF2B5EF4-FFF2-40B4-BE49-F238E27FC236}">
                <a16:creationId xmlns:a16="http://schemas.microsoft.com/office/drawing/2014/main" id="{D0F808ED-11F5-4334-B945-D605683272A1}"/>
              </a:ext>
            </a:extLst>
          </p:cNvPr>
          <p:cNvSpPr>
            <a:spLocks xmlns:a="http://schemas.openxmlformats.org/drawingml/2006/main" noGrp="1"/>
          </p:cNvSpPr>
          <p:nvPr/>
        </p:nvSpPr>
        <p:spPr>
          <a:xfrm xmlns:a="http://schemas.openxmlformats.org/drawingml/2006/main">
            <a:off x="6096000" y="3143250"/>
            <a:ext cx="66675" cy="66675"/>
          </a:xfrm>
          <a:prstGeom xmlns:a="http://schemas.openxmlformats.org/drawingml/2006/main" prst="ellipse">
            <a:avLst/>
          </a:prstGeom>
          <a:solidFill xmlns:a="http://schemas.openxmlformats.org/drawingml/2006/main">
            <a:srgbClr val="6AA3FF"/>
          </a:solidFill>
          <a:ln xmlns:a="http://schemas.openxmlformats.org/drawingml/2006/main" w="0">
            <a:solidFill>
              <a:srgbClr val="6AA3FF"/>
            </a:solidFill>
            <a:prstDash val="solid"/>
          </a:ln>
        </p:spPr>
      </p:sp>
      <p:sp>
        <p:nvSpPr>
          <p:cNvPr id="15" name="">
            <a:extLst xmlns:a="http://schemas.openxmlformats.org/drawingml/2006/main">
              <a:ext uri="{FF2B5EF4-FFF2-40B4-BE49-F238E27FC236}">
                <a16:creationId xmlns:a16="http://schemas.microsoft.com/office/drawing/2014/main" id="{920EBF3F-FE69-4EBB-9F39-73EAA2680FAE}"/>
              </a:ext>
            </a:extLst>
          </p:cNvPr>
          <p:cNvSpPr>
            <a:spLocks xmlns:a="http://schemas.openxmlformats.org/drawingml/2006/main" noGrp="1"/>
          </p:cNvSpPr>
          <p:nvPr/>
        </p:nvSpPr>
        <p:spPr>
          <a:xfrm xmlns:a="http://schemas.openxmlformats.org/drawingml/2006/main">
            <a:off x="6267450" y="3067050"/>
            <a:ext cx="47815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EAF0F9"/>
                </a:solidFill>
                <a:latin typeface="Avenir Next"/>
                <a:ea typeface="Avenir Next"/>
                <a:cs typeface="Avenir Next"/>
              </a:defRPr>
            </a:pPr>
            <a:r>
              <a:rPr sz="975" b="0">
                <a:solidFill>
                  <a:srgbClr val="EAF0F9"/>
                </a:solidFill>
                <a:latin typeface="Avenir Next"/>
                <a:ea typeface="Avenir Next"/>
                <a:cs typeface="Avenir Next"/>
              </a:rPr>
              <a:t>Preparation de la VM Linux</a:t>
            </a:r>
          </a:p>
        </p:txBody>
      </p:sp>
      <p:sp>
        <p:nvSpPr>
          <p:cNvPr id="16" name="">
            <a:extLst xmlns:a="http://schemas.openxmlformats.org/drawingml/2006/main">
              <a:ext uri="{FF2B5EF4-FFF2-40B4-BE49-F238E27FC236}">
                <a16:creationId xmlns:a16="http://schemas.microsoft.com/office/drawing/2014/main" id="{E6551EE0-55BA-4D1F-8A6B-F8E86C690B0F}"/>
              </a:ext>
            </a:extLst>
          </p:cNvPr>
          <p:cNvSpPr>
            <a:spLocks xmlns:a="http://schemas.openxmlformats.org/drawingml/2006/main" noGrp="1"/>
          </p:cNvSpPr>
          <p:nvPr/>
        </p:nvSpPr>
        <p:spPr>
          <a:xfrm xmlns:a="http://schemas.openxmlformats.org/drawingml/2006/main">
            <a:off x="6096000" y="3486150"/>
            <a:ext cx="66675" cy="66675"/>
          </a:xfrm>
          <a:prstGeom xmlns:a="http://schemas.openxmlformats.org/drawingml/2006/main" prst="ellipse">
            <a:avLst/>
          </a:prstGeom>
          <a:solidFill xmlns:a="http://schemas.openxmlformats.org/drawingml/2006/main">
            <a:srgbClr val="6AA3FF"/>
          </a:solidFill>
          <a:ln xmlns:a="http://schemas.openxmlformats.org/drawingml/2006/main" w="0">
            <a:solidFill>
              <a:srgbClr val="6AA3FF"/>
            </a:solidFill>
            <a:prstDash val="solid"/>
          </a:ln>
        </p:spPr>
      </p:sp>
      <p:sp>
        <p:nvSpPr>
          <p:cNvPr id="17" name="">
            <a:extLst xmlns:a="http://schemas.openxmlformats.org/drawingml/2006/main">
              <a:ext uri="{FF2B5EF4-FFF2-40B4-BE49-F238E27FC236}">
                <a16:creationId xmlns:a16="http://schemas.microsoft.com/office/drawing/2014/main" id="{9C500653-CEF0-481F-B387-5DBF8B82AA4C}"/>
              </a:ext>
            </a:extLst>
          </p:cNvPr>
          <p:cNvSpPr>
            <a:spLocks xmlns:a="http://schemas.openxmlformats.org/drawingml/2006/main" noGrp="1"/>
          </p:cNvSpPr>
          <p:nvPr/>
        </p:nvSpPr>
        <p:spPr>
          <a:xfrm xmlns:a="http://schemas.openxmlformats.org/drawingml/2006/main">
            <a:off x="6267450" y="3409950"/>
            <a:ext cx="47815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EAF0F9"/>
                </a:solidFill>
                <a:latin typeface="Avenir Next"/>
                <a:ea typeface="Avenir Next"/>
                <a:cs typeface="Avenir Next"/>
              </a:defRPr>
            </a:pPr>
            <a:r>
              <a:rPr sz="975" b="0">
                <a:solidFill>
                  <a:srgbClr val="EAF0F9"/>
                </a:solidFill>
                <a:latin typeface="Avenir Next"/>
                <a:ea typeface="Avenir Next"/>
                <a:cs typeface="Avenir Next"/>
              </a:rPr>
              <a:t>Execution du service dans un conteneur Docker</a:t>
            </a:r>
          </a:p>
        </p:txBody>
      </p:sp>
      <p:sp>
        <p:nvSpPr>
          <p:cNvPr id="18" name="">
            <a:extLst xmlns:a="http://schemas.openxmlformats.org/drawingml/2006/main">
              <a:ext uri="{FF2B5EF4-FFF2-40B4-BE49-F238E27FC236}">
                <a16:creationId xmlns:a16="http://schemas.microsoft.com/office/drawing/2014/main" id="{E741DB8C-E5CC-4D7F-A6F9-E2DE7D42C79D}"/>
              </a:ext>
            </a:extLst>
          </p:cNvPr>
          <p:cNvSpPr>
            <a:spLocks xmlns:a="http://schemas.openxmlformats.org/drawingml/2006/main" noGrp="1"/>
          </p:cNvSpPr>
          <p:nvPr/>
        </p:nvSpPr>
        <p:spPr>
          <a:xfrm xmlns:a="http://schemas.openxmlformats.org/drawingml/2006/main">
            <a:off x="6096000" y="3829050"/>
            <a:ext cx="66675" cy="66675"/>
          </a:xfrm>
          <a:prstGeom xmlns:a="http://schemas.openxmlformats.org/drawingml/2006/main" prst="ellipse">
            <a:avLst/>
          </a:prstGeom>
          <a:solidFill xmlns:a="http://schemas.openxmlformats.org/drawingml/2006/main">
            <a:srgbClr val="6AA3FF"/>
          </a:solidFill>
          <a:ln xmlns:a="http://schemas.openxmlformats.org/drawingml/2006/main" w="0">
            <a:solidFill>
              <a:srgbClr val="6AA3FF"/>
            </a:solidFill>
            <a:prstDash val="solid"/>
          </a:ln>
        </p:spPr>
      </p:sp>
      <p:sp>
        <p:nvSpPr>
          <p:cNvPr id="19" name="">
            <a:extLst xmlns:a="http://schemas.openxmlformats.org/drawingml/2006/main">
              <a:ext uri="{FF2B5EF4-FFF2-40B4-BE49-F238E27FC236}">
                <a16:creationId xmlns:a16="http://schemas.microsoft.com/office/drawing/2014/main" id="{774A43BD-D36A-41D1-BD6B-3B9E4D49F7D8}"/>
              </a:ext>
            </a:extLst>
          </p:cNvPr>
          <p:cNvSpPr>
            <a:spLocks xmlns:a="http://schemas.openxmlformats.org/drawingml/2006/main" noGrp="1"/>
          </p:cNvSpPr>
          <p:nvPr/>
        </p:nvSpPr>
        <p:spPr>
          <a:xfrm xmlns:a="http://schemas.openxmlformats.org/drawingml/2006/main">
            <a:off x="6267450" y="3752850"/>
            <a:ext cx="47815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EAF0F9"/>
                </a:solidFill>
                <a:latin typeface="Avenir Next"/>
                <a:ea typeface="Avenir Next"/>
                <a:cs typeface="Avenir Next"/>
              </a:defRPr>
            </a:pPr>
            <a:r>
              <a:rPr sz="975" b="0">
                <a:solidFill>
                  <a:srgbClr val="EAF0F9"/>
                </a:solidFill>
                <a:latin typeface="Avenir Next"/>
                <a:ea typeface="Avenir Next"/>
                <a:cs typeface="Avenir Next"/>
              </a:rPr>
              <a:t>Structuration d'un hebergement simple a administrer</a:t>
            </a:r>
          </a:p>
        </p:txBody>
      </p:sp>
      <p:sp>
        <p:nvSpPr>
          <p:cNvPr id="20" name="">
            <a:extLst xmlns:a="http://schemas.openxmlformats.org/drawingml/2006/main">
              <a:ext uri="{FF2B5EF4-FFF2-40B4-BE49-F238E27FC236}">
                <a16:creationId xmlns:a16="http://schemas.microsoft.com/office/drawing/2014/main" id="{A201FFFE-9ACF-4A4C-94FB-049A7E5F9ADA}"/>
              </a:ext>
            </a:extLst>
          </p:cNvPr>
          <p:cNvSpPr>
            <a:spLocks xmlns:a="http://schemas.openxmlformats.org/drawingml/2006/main" noGrp="1"/>
          </p:cNvSpPr>
          <p:nvPr/>
        </p:nvSpPr>
        <p:spPr>
          <a:xfrm xmlns:a="http://schemas.openxmlformats.org/drawingml/2006/main">
            <a:off x="6096000" y="4248150"/>
            <a:ext cx="1524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6AA3FF"/>
                </a:solidFill>
                <a:latin typeface="Avenir Next"/>
                <a:ea typeface="Avenir Next"/>
                <a:cs typeface="Avenir Next"/>
              </a:defRPr>
            </a:pPr>
            <a:r>
              <a:rPr sz="900" b="1">
                <a:solidFill>
                  <a:srgbClr val="6AA3FF"/>
                </a:solidFill>
                <a:latin typeface="Avenir Next"/>
                <a:ea typeface="Avenir Next"/>
                <a:cs typeface="Avenir Next"/>
              </a:rPr>
              <a:t>Technologies</a:t>
            </a:r>
          </a:p>
        </p:txBody>
      </p:sp>
      <p:sp>
        <p:nvSpPr>
          <p:cNvPr id="21" name="">
            <a:extLst xmlns:a="http://schemas.openxmlformats.org/drawingml/2006/main">
              <a:ext uri="{FF2B5EF4-FFF2-40B4-BE49-F238E27FC236}">
                <a16:creationId xmlns:a16="http://schemas.microsoft.com/office/drawing/2014/main" id="{419D011D-2A81-451E-87AF-5C021D6FFEE8}"/>
              </a:ext>
            </a:extLst>
          </p:cNvPr>
          <p:cNvSpPr>
            <a:spLocks xmlns:a="http://schemas.openxmlformats.org/drawingml/2006/main" noGrp="1"/>
          </p:cNvSpPr>
          <p:nvPr/>
        </p:nvSpPr>
        <p:spPr>
          <a:xfrm xmlns:a="http://schemas.openxmlformats.org/drawingml/2006/main">
            <a:off x="6096000" y="4495800"/>
            <a:ext cx="476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C8D0DC"/>
                </a:solidFill>
                <a:latin typeface="Avenir Next"/>
                <a:ea typeface="Avenir Next"/>
                <a:cs typeface="Avenir Next"/>
              </a:defRPr>
            </a:pPr>
            <a:r>
              <a:rPr sz="900" b="0">
                <a:solidFill>
                  <a:srgbClr val="C8D0DC"/>
                </a:solidFill>
                <a:latin typeface="Avenir Next"/>
                <a:ea typeface="Avenir Next"/>
                <a:cs typeface="Avenir Next"/>
              </a:rPr>
              <a:t>VMware • Docker • Linux • Serveur web</a:t>
            </a:r>
          </a:p>
        </p:txBody>
      </p:sp>
      <p:sp>
        <p:nvSpPr>
          <p:cNvPr id="22" name="">
            <a:extLst xmlns:a="http://schemas.openxmlformats.org/drawingml/2006/main">
              <a:ext uri="{FF2B5EF4-FFF2-40B4-BE49-F238E27FC236}">
                <a16:creationId xmlns:a16="http://schemas.microsoft.com/office/drawing/2014/main" id="{16E567F3-6321-481A-B460-048A65BF25E8}"/>
              </a:ext>
            </a:extLst>
          </p:cNvPr>
          <p:cNvSpPr>
            <a:spLocks xmlns:a="http://schemas.openxmlformats.org/drawingml/2006/main" noGrp="1"/>
          </p:cNvSpPr>
          <p:nvPr/>
        </p:nvSpPr>
        <p:spPr>
          <a:xfrm xmlns:a="http://schemas.openxmlformats.org/drawingml/2006/main">
            <a:off x="6096000" y="4857750"/>
            <a:ext cx="1143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6AA3FF"/>
                </a:solidFill>
                <a:latin typeface="Avenir Next"/>
                <a:ea typeface="Avenir Next"/>
                <a:cs typeface="Avenir Next"/>
              </a:defRPr>
            </a:pPr>
            <a:r>
              <a:rPr sz="900" b="1">
                <a:solidFill>
                  <a:srgbClr val="6AA3FF"/>
                </a:solidFill>
                <a:latin typeface="Avenir Next"/>
                <a:ea typeface="Avenir Next"/>
                <a:cs typeface="Avenir Next"/>
              </a:rPr>
              <a:t>Livrables</a:t>
            </a:r>
          </a:p>
        </p:txBody>
      </p:sp>
      <p:sp>
        <p:nvSpPr>
          <p:cNvPr id="23" name="">
            <a:extLst xmlns:a="http://schemas.openxmlformats.org/drawingml/2006/main">
              <a:ext uri="{FF2B5EF4-FFF2-40B4-BE49-F238E27FC236}">
                <a16:creationId xmlns:a16="http://schemas.microsoft.com/office/drawing/2014/main" id="{9FB55126-0299-42CB-8079-D6BE15CD5184}"/>
              </a:ext>
            </a:extLst>
          </p:cNvPr>
          <p:cNvSpPr>
            <a:spLocks xmlns:a="http://schemas.openxmlformats.org/drawingml/2006/main" noGrp="1"/>
          </p:cNvSpPr>
          <p:nvPr/>
        </p:nvSpPr>
        <p:spPr>
          <a:xfrm xmlns:a="http://schemas.openxmlformats.org/drawingml/2006/main">
            <a:off x="6096000" y="5105400"/>
            <a:ext cx="2095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C8D0DC"/>
                </a:solidFill>
                <a:latin typeface="Avenir Next"/>
                <a:ea typeface="Avenir Next"/>
                <a:cs typeface="Avenir Next"/>
              </a:defRPr>
            </a:pPr>
            <a:r>
              <a:rPr sz="900" b="0">
                <a:solidFill>
                  <a:srgbClr val="C8D0DC"/>
                </a:solidFill>
                <a:latin typeface="Avenir Next"/>
                <a:ea typeface="Avenir Next"/>
                <a:cs typeface="Avenir Next"/>
              </a:rPr>
              <a:t>1 dossier technique</a:t>
            </a:r>
          </a:p>
        </p:txBody>
      </p:sp>
      <p:sp>
        <p:nvSpPr>
          <p:cNvPr id="24" name="">
            <a:extLst xmlns:a="http://schemas.openxmlformats.org/drawingml/2006/main">
              <a:ext uri="{FF2B5EF4-FFF2-40B4-BE49-F238E27FC236}">
                <a16:creationId xmlns:a16="http://schemas.microsoft.com/office/drawing/2014/main" id="{1A891D1F-32F3-45C1-B4C7-D03F36E2288E}"/>
              </a:ext>
            </a:extLst>
          </p:cNvPr>
          <p:cNvSpPr>
            <a:spLocks xmlns:a="http://schemas.openxmlformats.org/drawingml/2006/main" noGrp="1"/>
          </p:cNvSpPr>
          <p:nvPr/>
        </p:nvSpPr>
        <p:spPr>
          <a:xfrm xmlns:a="http://schemas.openxmlformats.org/drawingml/2006/main">
            <a:off x="666750" y="6438900"/>
            <a:ext cx="10858500" cy="9525"/>
          </a:xfrm>
          <a:prstGeom xmlns:a="http://schemas.openxmlformats.org/drawingml/2006/main" prst="rect">
            <a:avLst/>
          </a:prstGeom>
          <a:solidFill xmlns:a="http://schemas.openxmlformats.org/drawingml/2006/main">
            <a:srgbClr val="3A475C">
              <a:alpha val="66667"/>
            </a:srgbClr>
          </a:solidFill>
          <a:ln xmlns:a="http://schemas.openxmlformats.org/drawingml/2006/main" w="0">
            <a:solidFill>
              <a:srgbClr val="3A475C">
                <a:alpha val="66667"/>
              </a:srgbClr>
            </a:solidFill>
            <a:prstDash val="solid"/>
          </a:ln>
        </p:spPr>
      </p:sp>
      <p:sp>
        <p:nvSpPr>
          <p:cNvPr id="25" name="">
            <a:extLst xmlns:a="http://schemas.openxmlformats.org/drawingml/2006/main">
              <a:ext uri="{FF2B5EF4-FFF2-40B4-BE49-F238E27FC236}">
                <a16:creationId xmlns:a16="http://schemas.microsoft.com/office/drawing/2014/main" id="{796ABE7F-EB87-4E41-A1F9-2A4844C629E6}"/>
              </a:ext>
            </a:extLst>
          </p:cNvPr>
          <p:cNvSpPr>
            <a:spLocks xmlns:a="http://schemas.openxmlformats.org/drawingml/2006/main" noGrp="1"/>
          </p:cNvSpPr>
          <p:nvPr/>
        </p:nvSpPr>
        <p:spPr>
          <a:xfrm xmlns:a="http://schemas.openxmlformats.org/drawingml/2006/main">
            <a:off x="666750" y="6534150"/>
            <a:ext cx="8572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C8D0DC"/>
                </a:solidFill>
                <a:latin typeface="Avenir Next"/>
                <a:ea typeface="Avenir Next"/>
                <a:cs typeface="Avenir Next"/>
              </a:defRPr>
            </a:pPr>
            <a:r>
              <a:rPr sz="638" b="0">
                <a:solidFill>
                  <a:srgbClr val="C8D0DC"/>
                </a:solidFill>
                <a:latin typeface="Avenir Next"/>
                <a:ea typeface="Avenir Next"/>
                <a:cs typeface="Avenir Next"/>
              </a:rPr>
              <a:t>Projet: Serveur web conteneurise</a:t>
            </a:r>
          </a:p>
        </p:txBody>
      </p:sp>
      <p:sp>
        <p:nvSpPr>
          <p:cNvPr id="26" name="">
            <a:extLst xmlns:a="http://schemas.openxmlformats.org/drawingml/2006/main">
              <a:ext uri="{FF2B5EF4-FFF2-40B4-BE49-F238E27FC236}">
                <a16:creationId xmlns:a16="http://schemas.microsoft.com/office/drawing/2014/main" id="{36A7EE14-366B-459B-9BF3-1FA023E7A0C7}"/>
              </a:ext>
            </a:extLst>
          </p:cNvPr>
          <p:cNvSpPr>
            <a:spLocks xmlns:a="http://schemas.openxmlformats.org/drawingml/2006/main" noGrp="1"/>
          </p:cNvSpPr>
          <p:nvPr/>
        </p:nvSpPr>
        <p:spPr>
          <a:xfrm xmlns:a="http://schemas.openxmlformats.org/drawingml/2006/main">
            <a:off x="11049000" y="6496050"/>
            <a:ext cx="4762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825" b="1">
                <a:solidFill>
                  <a:srgbClr val="C8D0DC"/>
                </a:solidFill>
                <a:latin typeface="Avenir Next"/>
                <a:ea typeface="Avenir Next"/>
                <a:cs typeface="Avenir Next"/>
              </a:defRPr>
            </a:pPr>
            <a:r>
              <a:rPr sz="825" b="1">
                <a:solidFill>
                  <a:srgbClr val="C8D0DC"/>
                </a:solidFill>
                <a:latin typeface="Avenir Next"/>
                <a:ea typeface="Avenir Next"/>
                <a:cs typeface="Avenir Next"/>
              </a:rPr>
              <a:t>06</a:t>
            </a:r>
          </a:p>
        </p:txBody>
      </p:sp>
    </p:spTree>
    <p:extLst>
      <p:ext uri="{BB962C8B-B14F-4D97-AF65-F5344CB8AC3E}">
        <p14:creationId xmlns:p14="http://schemas.microsoft.com/office/powerpoint/2010/main" val="795883139"/>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9C8454E-DF15-48F2-96FC-C359B15E3B9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41922"/>
          </a:solidFill>
          <a:ln xmlns:a="http://schemas.openxmlformats.org/drawingml/2006/main" w="0">
            <a:solidFill>
              <a:srgbClr val="141922"/>
            </a:solidFill>
            <a:prstDash val="solid"/>
          </a:ln>
        </p:spPr>
      </p:sp>
      <p:sp>
        <p:nvSpPr>
          <p:cNvPr id="2" name="">
            <a:extLst xmlns:a="http://schemas.openxmlformats.org/drawingml/2006/main">
              <a:ext uri="{FF2B5EF4-FFF2-40B4-BE49-F238E27FC236}">
                <a16:creationId xmlns:a16="http://schemas.microsoft.com/office/drawing/2014/main" id="{838F54D3-6923-45E5-86BB-297693733804}"/>
              </a:ext>
            </a:extLst>
          </p:cNvPr>
          <p:cNvSpPr>
            <a:spLocks xmlns:a="http://schemas.openxmlformats.org/drawingml/2006/main" noGrp="1"/>
          </p:cNvSpPr>
          <p:nvPr/>
        </p:nvSpPr>
        <p:spPr>
          <a:xfrm xmlns:a="http://schemas.openxmlformats.org/drawingml/2006/main">
            <a:off x="-857250" y="-1428750"/>
            <a:ext cx="4953000" cy="4953000"/>
          </a:xfrm>
          <a:prstGeom xmlns:a="http://schemas.openxmlformats.org/drawingml/2006/main" prst="ellipse">
            <a:avLst/>
          </a:prstGeom>
          <a:solidFill xmlns:a="http://schemas.openxmlformats.org/drawingml/2006/main">
            <a:srgbClr val="6AA3FF">
              <a:alpha val="8627"/>
            </a:srgbClr>
          </a:solidFill>
          <a:ln xmlns:a="http://schemas.openxmlformats.org/drawingml/2006/main" w="0">
            <a:solidFill>
              <a:srgbClr val="6AA3FF">
                <a:alpha val="0"/>
              </a:srgbClr>
            </a:solidFill>
            <a:prstDash val="solid"/>
          </a:ln>
        </p:spPr>
      </p:sp>
      <p:sp>
        <p:nvSpPr>
          <p:cNvPr id="3" name="">
            <a:extLst xmlns:a="http://schemas.openxmlformats.org/drawingml/2006/main">
              <a:ext uri="{FF2B5EF4-FFF2-40B4-BE49-F238E27FC236}">
                <a16:creationId xmlns:a16="http://schemas.microsoft.com/office/drawing/2014/main" id="{CCB83D7A-35C8-426F-836D-1D0FFB595872}"/>
              </a:ext>
            </a:extLst>
          </p:cNvPr>
          <p:cNvSpPr>
            <a:spLocks xmlns:a="http://schemas.openxmlformats.org/drawingml/2006/main" noGrp="1"/>
          </p:cNvSpPr>
          <p:nvPr/>
        </p:nvSpPr>
        <p:spPr>
          <a:xfrm xmlns:a="http://schemas.openxmlformats.org/drawingml/2006/main">
            <a:off x="8953500" y="-1143000"/>
            <a:ext cx="4000500" cy="4000500"/>
          </a:xfrm>
          <a:prstGeom xmlns:a="http://schemas.openxmlformats.org/drawingml/2006/main" prst="ellipse">
            <a:avLst/>
          </a:prstGeom>
          <a:solidFill xmlns:a="http://schemas.openxmlformats.org/drawingml/2006/main">
            <a:srgbClr val="8AB6FF">
              <a:alpha val="6275"/>
            </a:srgbClr>
          </a:solidFill>
          <a:ln xmlns:a="http://schemas.openxmlformats.org/drawingml/2006/main" w="0">
            <a:solidFill>
              <a:srgbClr val="8AB6FF">
                <a:alpha val="0"/>
              </a:srgbClr>
            </a:solidFill>
            <a:prstDash val="solid"/>
          </a:ln>
        </p:spPr>
      </p:sp>
      <p:sp>
        <p:nvSpPr>
          <p:cNvPr id="4" name="">
            <a:extLst xmlns:a="http://schemas.openxmlformats.org/drawingml/2006/main">
              <a:ext uri="{FF2B5EF4-FFF2-40B4-BE49-F238E27FC236}">
                <a16:creationId xmlns:a16="http://schemas.microsoft.com/office/drawing/2014/main" id="{FAEFA0E8-B252-4C2A-AD75-B0483EDE0CBF}"/>
              </a:ext>
            </a:extLst>
          </p:cNvPr>
          <p:cNvSpPr>
            <a:spLocks xmlns:a="http://schemas.openxmlformats.org/drawingml/2006/main" noGrp="1"/>
          </p:cNvSpPr>
          <p:nvPr/>
        </p:nvSpPr>
        <p:spPr>
          <a:xfrm xmlns:a="http://schemas.openxmlformats.org/drawingml/2006/main">
            <a:off x="8763000" y="4476750"/>
            <a:ext cx="3429000" cy="2476500"/>
          </a:xfrm>
          <a:prstGeom xmlns:a="http://schemas.openxmlformats.org/drawingml/2006/main" prst="ellipse">
            <a:avLst/>
          </a:prstGeom>
          <a:solidFill xmlns:a="http://schemas.openxmlformats.org/drawingml/2006/main">
            <a:srgbClr val="6AA3FF">
              <a:alpha val="6275"/>
            </a:srgbClr>
          </a:solidFill>
          <a:ln xmlns:a="http://schemas.openxmlformats.org/drawingml/2006/main" w="0">
            <a:solidFill>
              <a:srgbClr val="6AA3FF">
                <a:alpha val="0"/>
              </a:srgbClr>
            </a:solidFill>
            <a:prstDash val="solid"/>
          </a:ln>
        </p:spPr>
      </p:sp>
      <p:sp>
        <p:nvSpPr>
          <p:cNvPr id="5" name="">
            <a:extLst xmlns:a="http://schemas.openxmlformats.org/drawingml/2006/main">
              <a:ext uri="{FF2B5EF4-FFF2-40B4-BE49-F238E27FC236}">
                <a16:creationId xmlns:a16="http://schemas.microsoft.com/office/drawing/2014/main" id="{A4F68413-15C9-403B-94E1-3A074FD0991A}"/>
              </a:ext>
            </a:extLst>
          </p:cNvPr>
          <p:cNvSpPr>
            <a:spLocks xmlns:a="http://schemas.openxmlformats.org/drawingml/2006/main" noGrp="1"/>
          </p:cNvSpPr>
          <p:nvPr/>
        </p:nvSpPr>
        <p:spPr>
          <a:xfrm xmlns:a="http://schemas.openxmlformats.org/drawingml/2006/main">
            <a:off x="666750" y="476250"/>
            <a:ext cx="4381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6AA3FF"/>
                </a:solidFill>
                <a:latin typeface="Avenir Next"/>
                <a:ea typeface="Avenir Next"/>
                <a:cs typeface="Avenir Next"/>
              </a:defRPr>
            </a:pPr>
            <a:r>
              <a:rPr sz="750" b="1">
                <a:solidFill>
                  <a:srgbClr val="6AA3FF"/>
                </a:solidFill>
                <a:latin typeface="Avenir Next"/>
                <a:ea typeface="Avenir Next"/>
                <a:cs typeface="Avenir Next"/>
              </a:rPr>
              <a:t>PROJET 3</a:t>
            </a:r>
          </a:p>
        </p:txBody>
      </p:sp>
      <p:sp>
        <p:nvSpPr>
          <p:cNvPr id="6" name="">
            <a:extLst xmlns:a="http://schemas.openxmlformats.org/drawingml/2006/main">
              <a:ext uri="{FF2B5EF4-FFF2-40B4-BE49-F238E27FC236}">
                <a16:creationId xmlns:a16="http://schemas.microsoft.com/office/drawing/2014/main" id="{F0C43A82-CD3B-4061-A951-159A5CB9D2EB}"/>
              </a:ext>
            </a:extLst>
          </p:cNvPr>
          <p:cNvSpPr>
            <a:spLocks xmlns:a="http://schemas.openxmlformats.org/drawingml/2006/main" noGrp="1"/>
          </p:cNvSpPr>
          <p:nvPr/>
        </p:nvSpPr>
        <p:spPr>
          <a:xfrm xmlns:a="http://schemas.openxmlformats.org/drawingml/2006/main">
            <a:off x="666750" y="742950"/>
            <a:ext cx="72390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75" b="1">
                <a:solidFill>
                  <a:srgbClr val="F5F6F8"/>
                </a:solidFill>
                <a:latin typeface="Avenir Next"/>
                <a:ea typeface="Avenir Next"/>
                <a:cs typeface="Avenir Next"/>
              </a:defRPr>
            </a:pPr>
            <a:r>
              <a:rPr sz="2175" b="1">
                <a:solidFill>
                  <a:srgbClr val="F5F6F8"/>
                </a:solidFill>
                <a:latin typeface="Avenir Next"/>
                <a:ea typeface="Avenir Next"/>
                <a:cs typeface="Avenir Next"/>
              </a:rPr>
              <a:t>Mise en place d'une infrastructure NAS</a:t>
            </a:r>
          </a:p>
        </p:txBody>
      </p:sp>
      <p:sp>
        <p:nvSpPr>
          <p:cNvPr id="7" name="">
            <a:extLst xmlns:a="http://schemas.openxmlformats.org/drawingml/2006/main">
              <a:ext uri="{FF2B5EF4-FFF2-40B4-BE49-F238E27FC236}">
                <a16:creationId xmlns:a16="http://schemas.microsoft.com/office/drawing/2014/main" id="{01A0D590-7EDD-4B6D-920B-506BD57C80EC}"/>
              </a:ext>
            </a:extLst>
          </p:cNvPr>
          <p:cNvSpPr>
            <a:spLocks xmlns:a="http://schemas.openxmlformats.org/drawingml/2006/main" noGrp="1"/>
          </p:cNvSpPr>
          <p:nvPr/>
        </p:nvSpPr>
        <p:spPr>
          <a:xfrm xmlns:a="http://schemas.openxmlformats.org/drawingml/2006/main">
            <a:off x="666750" y="1295400"/>
            <a:ext cx="74295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0">
                <a:solidFill>
                  <a:srgbClr val="C8D0DC"/>
                </a:solidFill>
                <a:latin typeface="Avenir Next"/>
                <a:ea typeface="Avenir Next"/>
                <a:cs typeface="Avenir Next"/>
              </a:defRPr>
            </a:pPr>
            <a:r>
              <a:rPr sz="1013" b="0">
                <a:solidFill>
                  <a:srgbClr val="C8D0DC"/>
                </a:solidFill>
                <a:latin typeface="Avenir Next"/>
                <a:ea typeface="Avenir Next"/>
                <a:cs typeface="Avenir Next"/>
              </a:rPr>
              <a:t>Centralisation des donnees, gestion des droits d'acces et strategie de sauvegarde dans un environnement professionnel.</a:t>
            </a:r>
          </a:p>
        </p:txBody>
      </p:sp>
      <p:sp>
        <p:nvSpPr>
          <p:cNvPr id="8" name="">
            <a:extLst xmlns:a="http://schemas.openxmlformats.org/drawingml/2006/main">
              <a:ext uri="{FF2B5EF4-FFF2-40B4-BE49-F238E27FC236}">
                <a16:creationId xmlns:a16="http://schemas.microsoft.com/office/drawing/2014/main" id="{AAEAC1F8-99AC-407E-A83A-F7CCDF0EDA70}"/>
              </a:ext>
            </a:extLst>
          </p:cNvPr>
          <p:cNvSpPr>
            <a:spLocks xmlns:a="http://schemas.openxmlformats.org/drawingml/2006/main" noGrp="1"/>
          </p:cNvSpPr>
          <p:nvPr/>
        </p:nvSpPr>
        <p:spPr>
          <a:xfrm xmlns:a="http://schemas.openxmlformats.org/drawingml/2006/main">
            <a:off x="666750" y="2057400"/>
            <a:ext cx="4762500" cy="3238500"/>
          </a:xfrm>
          <a:prstGeom xmlns:a="http://schemas.openxmlformats.org/drawingml/2006/main" prst="roundRect">
            <a:avLst>
              <a:gd name="adj" fmla="val 2353"/>
            </a:avLst>
          </a:prstGeom>
          <a:solidFill xmlns:a="http://schemas.openxmlformats.org/drawingml/2006/main">
            <a:srgbClr val="1C2532"/>
          </a:solidFill>
          <a:ln xmlns:a="http://schemas.openxmlformats.org/drawingml/2006/main" w="9525">
            <a:solidFill>
              <a:srgbClr val="34445A"/>
            </a:solidFill>
            <a:prstDash val="solid"/>
          </a:ln>
        </p:spPr>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3193eac719b8434a"/>
          <a:stretch xmlns:a="http://schemas.openxmlformats.org/drawingml/2006/main"/>
        </p:blipFill>
        <p:spPr>
          <a:xfrm xmlns:a="http://schemas.openxmlformats.org/drawingml/2006/main">
            <a:off x="2120900" y="2286000"/>
            <a:ext cx="1854200" cy="278130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E6C60FB6-246D-424C-BA6D-7E521AE05BE4}"/>
              </a:ext>
            </a:extLst>
          </p:cNvPr>
          <p:cNvSpPr>
            <a:spLocks xmlns:a="http://schemas.openxmlformats.org/drawingml/2006/main" noGrp="1"/>
          </p:cNvSpPr>
          <p:nvPr/>
        </p:nvSpPr>
        <p:spPr>
          <a:xfrm xmlns:a="http://schemas.openxmlformats.org/drawingml/2006/main">
            <a:off x="5829300" y="2057400"/>
            <a:ext cx="5695950" cy="3238500"/>
          </a:xfrm>
          <a:prstGeom xmlns:a="http://schemas.openxmlformats.org/drawingml/2006/main" prst="roundRect">
            <a:avLst>
              <a:gd name="adj" fmla="val 2353"/>
            </a:avLst>
          </a:prstGeom>
          <a:solidFill xmlns:a="http://schemas.openxmlformats.org/drawingml/2006/main">
            <a:srgbClr val="1B2431"/>
          </a:solidFill>
          <a:ln xmlns:a="http://schemas.openxmlformats.org/drawingml/2006/main" w="9525">
            <a:solidFill>
              <a:srgbClr val="34445A"/>
            </a:solidFill>
            <a:prstDash val="solid"/>
          </a:ln>
        </p:spPr>
      </p:sp>
      <p:sp>
        <p:nvSpPr>
          <p:cNvPr id="11" name="">
            <a:extLst xmlns:a="http://schemas.openxmlformats.org/drawingml/2006/main">
              <a:ext uri="{FF2B5EF4-FFF2-40B4-BE49-F238E27FC236}">
                <a16:creationId xmlns:a16="http://schemas.microsoft.com/office/drawing/2014/main" id="{9B5DF9F0-9A59-492A-A942-97F5DD2DD1B7}"/>
              </a:ext>
            </a:extLst>
          </p:cNvPr>
          <p:cNvSpPr>
            <a:spLocks xmlns:a="http://schemas.openxmlformats.org/drawingml/2006/main" noGrp="1"/>
          </p:cNvSpPr>
          <p:nvPr/>
        </p:nvSpPr>
        <p:spPr>
          <a:xfrm xmlns:a="http://schemas.openxmlformats.org/drawingml/2006/main">
            <a:off x="6096000" y="2324100"/>
            <a:ext cx="990600" cy="228600"/>
          </a:xfrm>
          <a:prstGeom xmlns:a="http://schemas.openxmlformats.org/drawingml/2006/main" prst="roundRect">
            <a:avLst>
              <a:gd name="adj" fmla="val 33333"/>
            </a:avLst>
          </a:prstGeom>
          <a:solidFill xmlns:a="http://schemas.openxmlformats.org/drawingml/2006/main">
            <a:srgbClr val="314634"/>
          </a:solidFill>
          <a:ln xmlns:a="http://schemas.openxmlformats.org/drawingml/2006/main" w="9525">
            <a:solidFill>
              <a:srgbClr val="55749D"/>
            </a:solidFill>
            <a:prstDash val="solid"/>
          </a:ln>
        </p:spPr>
      </p:sp>
      <p:sp>
        <p:nvSpPr>
          <p:cNvPr id="12" name="">
            <a:extLst xmlns:a="http://schemas.openxmlformats.org/drawingml/2006/main">
              <a:ext uri="{FF2B5EF4-FFF2-40B4-BE49-F238E27FC236}">
                <a16:creationId xmlns:a16="http://schemas.microsoft.com/office/drawing/2014/main" id="{64287932-B73A-48C5-86A0-445D38A3CAF3}"/>
              </a:ext>
            </a:extLst>
          </p:cNvPr>
          <p:cNvSpPr>
            <a:spLocks xmlns:a="http://schemas.openxmlformats.org/drawingml/2006/main" noGrp="1"/>
          </p:cNvSpPr>
          <p:nvPr/>
        </p:nvSpPr>
        <p:spPr>
          <a:xfrm xmlns:a="http://schemas.openxmlformats.org/drawingml/2006/main">
            <a:off x="6210300" y="2390775"/>
            <a:ext cx="7620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75" b="1">
                <a:solidFill>
                  <a:srgbClr val="EAF0F9"/>
                </a:solidFill>
                <a:latin typeface="Avenir Next"/>
                <a:ea typeface="Avenir Next"/>
                <a:cs typeface="Avenir Next"/>
              </a:defRPr>
            </a:pPr>
            <a:r>
              <a:rPr sz="675" b="1">
                <a:solidFill>
                  <a:srgbClr val="EAF0F9"/>
                </a:solidFill>
                <a:latin typeface="Avenir Next"/>
                <a:ea typeface="Avenir Next"/>
                <a:cs typeface="Avenir Next"/>
              </a:rPr>
              <a:t>Personnel</a:t>
            </a:r>
          </a:p>
        </p:txBody>
      </p:sp>
      <p:sp>
        <p:nvSpPr>
          <p:cNvPr id="13" name="">
            <a:extLst xmlns:a="http://schemas.openxmlformats.org/drawingml/2006/main">
              <a:ext uri="{FF2B5EF4-FFF2-40B4-BE49-F238E27FC236}">
                <a16:creationId xmlns:a16="http://schemas.microsoft.com/office/drawing/2014/main" id="{FB7F5ED2-74EE-43AD-B3D1-0267840D268A}"/>
              </a:ext>
            </a:extLst>
          </p:cNvPr>
          <p:cNvSpPr>
            <a:spLocks xmlns:a="http://schemas.openxmlformats.org/drawingml/2006/main" noGrp="1"/>
          </p:cNvSpPr>
          <p:nvPr/>
        </p:nvSpPr>
        <p:spPr>
          <a:xfrm xmlns:a="http://schemas.openxmlformats.org/drawingml/2006/main">
            <a:off x="6096000" y="2743200"/>
            <a:ext cx="2190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F5F6F8"/>
                </a:solidFill>
                <a:latin typeface="Avenir Next"/>
                <a:ea typeface="Avenir Next"/>
                <a:cs typeface="Avenir Next"/>
              </a:defRPr>
            </a:pPr>
            <a:r>
              <a:rPr sz="1050" b="1">
                <a:solidFill>
                  <a:srgbClr val="F5F6F8"/>
                </a:solidFill>
                <a:latin typeface="Avenir Next"/>
                <a:ea typeface="Avenir Next"/>
                <a:cs typeface="Avenir Next"/>
              </a:rPr>
              <a:t>Objectifs et realisations</a:t>
            </a:r>
          </a:p>
        </p:txBody>
      </p:sp>
      <p:sp>
        <p:nvSpPr>
          <p:cNvPr id="14" name="">
            <a:extLst xmlns:a="http://schemas.openxmlformats.org/drawingml/2006/main">
              <a:ext uri="{FF2B5EF4-FFF2-40B4-BE49-F238E27FC236}">
                <a16:creationId xmlns:a16="http://schemas.microsoft.com/office/drawing/2014/main" id="{F9E00033-DC91-4707-8443-A685781FB0F0}"/>
              </a:ext>
            </a:extLst>
          </p:cNvPr>
          <p:cNvSpPr>
            <a:spLocks xmlns:a="http://schemas.openxmlformats.org/drawingml/2006/main" noGrp="1"/>
          </p:cNvSpPr>
          <p:nvPr/>
        </p:nvSpPr>
        <p:spPr>
          <a:xfrm xmlns:a="http://schemas.openxmlformats.org/drawingml/2006/main">
            <a:off x="6096000" y="3143250"/>
            <a:ext cx="66675" cy="66675"/>
          </a:xfrm>
          <a:prstGeom xmlns:a="http://schemas.openxmlformats.org/drawingml/2006/main" prst="ellipse">
            <a:avLst/>
          </a:prstGeom>
          <a:solidFill xmlns:a="http://schemas.openxmlformats.org/drawingml/2006/main">
            <a:srgbClr val="6AA3FF"/>
          </a:solidFill>
          <a:ln xmlns:a="http://schemas.openxmlformats.org/drawingml/2006/main" w="0">
            <a:solidFill>
              <a:srgbClr val="6AA3FF"/>
            </a:solidFill>
            <a:prstDash val="solid"/>
          </a:ln>
        </p:spPr>
      </p:sp>
      <p:sp>
        <p:nvSpPr>
          <p:cNvPr id="15" name="">
            <a:extLst xmlns:a="http://schemas.openxmlformats.org/drawingml/2006/main">
              <a:ext uri="{FF2B5EF4-FFF2-40B4-BE49-F238E27FC236}">
                <a16:creationId xmlns:a16="http://schemas.microsoft.com/office/drawing/2014/main" id="{4F1C800F-E601-4CAF-8431-D35A119F3387}"/>
              </a:ext>
            </a:extLst>
          </p:cNvPr>
          <p:cNvSpPr>
            <a:spLocks xmlns:a="http://schemas.openxmlformats.org/drawingml/2006/main" noGrp="1"/>
          </p:cNvSpPr>
          <p:nvPr/>
        </p:nvSpPr>
        <p:spPr>
          <a:xfrm xmlns:a="http://schemas.openxmlformats.org/drawingml/2006/main">
            <a:off x="6267450" y="3067050"/>
            <a:ext cx="47815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EAF0F9"/>
                </a:solidFill>
                <a:latin typeface="Avenir Next"/>
                <a:ea typeface="Avenir Next"/>
                <a:cs typeface="Avenir Next"/>
              </a:defRPr>
            </a:pPr>
            <a:r>
              <a:rPr sz="975" b="0">
                <a:solidFill>
                  <a:srgbClr val="EAF0F9"/>
                </a:solidFill>
                <a:latin typeface="Avenir Next"/>
                <a:ea typeface="Avenir Next"/>
                <a:cs typeface="Avenir Next"/>
              </a:rPr>
              <a:t>Partages reseau et droits</a:t>
            </a:r>
          </a:p>
        </p:txBody>
      </p:sp>
      <p:sp>
        <p:nvSpPr>
          <p:cNvPr id="16" name="">
            <a:extLst xmlns:a="http://schemas.openxmlformats.org/drawingml/2006/main">
              <a:ext uri="{FF2B5EF4-FFF2-40B4-BE49-F238E27FC236}">
                <a16:creationId xmlns:a16="http://schemas.microsoft.com/office/drawing/2014/main" id="{00F5143C-B142-44F6-8B49-DFD64E166499}"/>
              </a:ext>
            </a:extLst>
          </p:cNvPr>
          <p:cNvSpPr>
            <a:spLocks xmlns:a="http://schemas.openxmlformats.org/drawingml/2006/main" noGrp="1"/>
          </p:cNvSpPr>
          <p:nvPr/>
        </p:nvSpPr>
        <p:spPr>
          <a:xfrm xmlns:a="http://schemas.openxmlformats.org/drawingml/2006/main">
            <a:off x="6096000" y="3486150"/>
            <a:ext cx="66675" cy="66675"/>
          </a:xfrm>
          <a:prstGeom xmlns:a="http://schemas.openxmlformats.org/drawingml/2006/main" prst="ellipse">
            <a:avLst/>
          </a:prstGeom>
          <a:solidFill xmlns:a="http://schemas.openxmlformats.org/drawingml/2006/main">
            <a:srgbClr val="6AA3FF"/>
          </a:solidFill>
          <a:ln xmlns:a="http://schemas.openxmlformats.org/drawingml/2006/main" w="0">
            <a:solidFill>
              <a:srgbClr val="6AA3FF"/>
            </a:solidFill>
            <a:prstDash val="solid"/>
          </a:ln>
        </p:spPr>
      </p:sp>
      <p:sp>
        <p:nvSpPr>
          <p:cNvPr id="17" name="">
            <a:extLst xmlns:a="http://schemas.openxmlformats.org/drawingml/2006/main">
              <a:ext uri="{FF2B5EF4-FFF2-40B4-BE49-F238E27FC236}">
                <a16:creationId xmlns:a16="http://schemas.microsoft.com/office/drawing/2014/main" id="{8F1F368A-35D0-4C00-B048-AD1B3C89E429}"/>
              </a:ext>
            </a:extLst>
          </p:cNvPr>
          <p:cNvSpPr>
            <a:spLocks xmlns:a="http://schemas.openxmlformats.org/drawingml/2006/main" noGrp="1"/>
          </p:cNvSpPr>
          <p:nvPr/>
        </p:nvSpPr>
        <p:spPr>
          <a:xfrm xmlns:a="http://schemas.openxmlformats.org/drawingml/2006/main">
            <a:off x="6267450" y="3409950"/>
            <a:ext cx="47815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EAF0F9"/>
                </a:solidFill>
                <a:latin typeface="Avenir Next"/>
                <a:ea typeface="Avenir Next"/>
                <a:cs typeface="Avenir Next"/>
              </a:defRPr>
            </a:pPr>
            <a:r>
              <a:rPr sz="975" b="0">
                <a:solidFill>
                  <a:srgbClr val="EAF0F9"/>
                </a:solidFill>
                <a:latin typeface="Avenir Next"/>
                <a:ea typeface="Avenir Next"/>
                <a:cs typeface="Avenir Next"/>
              </a:rPr>
              <a:t>Permissions utilisateurs</a:t>
            </a:r>
          </a:p>
        </p:txBody>
      </p:sp>
      <p:sp>
        <p:nvSpPr>
          <p:cNvPr id="18" name="">
            <a:extLst xmlns:a="http://schemas.openxmlformats.org/drawingml/2006/main">
              <a:ext uri="{FF2B5EF4-FFF2-40B4-BE49-F238E27FC236}">
                <a16:creationId xmlns:a16="http://schemas.microsoft.com/office/drawing/2014/main" id="{ED059486-F3D1-4991-BC0F-8F8854191C98}"/>
              </a:ext>
            </a:extLst>
          </p:cNvPr>
          <p:cNvSpPr>
            <a:spLocks xmlns:a="http://schemas.openxmlformats.org/drawingml/2006/main" noGrp="1"/>
          </p:cNvSpPr>
          <p:nvPr/>
        </p:nvSpPr>
        <p:spPr>
          <a:xfrm xmlns:a="http://schemas.openxmlformats.org/drawingml/2006/main">
            <a:off x="6096000" y="3829050"/>
            <a:ext cx="66675" cy="66675"/>
          </a:xfrm>
          <a:prstGeom xmlns:a="http://schemas.openxmlformats.org/drawingml/2006/main" prst="ellipse">
            <a:avLst/>
          </a:prstGeom>
          <a:solidFill xmlns:a="http://schemas.openxmlformats.org/drawingml/2006/main">
            <a:srgbClr val="6AA3FF"/>
          </a:solidFill>
          <a:ln xmlns:a="http://schemas.openxmlformats.org/drawingml/2006/main" w="0">
            <a:solidFill>
              <a:srgbClr val="6AA3FF"/>
            </a:solidFill>
            <a:prstDash val="solid"/>
          </a:ln>
        </p:spPr>
      </p:sp>
      <p:sp>
        <p:nvSpPr>
          <p:cNvPr id="19" name="">
            <a:extLst xmlns:a="http://schemas.openxmlformats.org/drawingml/2006/main">
              <a:ext uri="{FF2B5EF4-FFF2-40B4-BE49-F238E27FC236}">
                <a16:creationId xmlns:a16="http://schemas.microsoft.com/office/drawing/2014/main" id="{1BB53179-E163-47A3-BADC-E8777907EF52}"/>
              </a:ext>
            </a:extLst>
          </p:cNvPr>
          <p:cNvSpPr>
            <a:spLocks xmlns:a="http://schemas.openxmlformats.org/drawingml/2006/main" noGrp="1"/>
          </p:cNvSpPr>
          <p:nvPr/>
        </p:nvSpPr>
        <p:spPr>
          <a:xfrm xmlns:a="http://schemas.openxmlformats.org/drawingml/2006/main">
            <a:off x="6267450" y="3752850"/>
            <a:ext cx="47815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EAF0F9"/>
                </a:solidFill>
                <a:latin typeface="Avenir Next"/>
                <a:ea typeface="Avenir Next"/>
                <a:cs typeface="Avenir Next"/>
              </a:defRPr>
            </a:pPr>
            <a:r>
              <a:rPr sz="975" b="0">
                <a:solidFill>
                  <a:srgbClr val="EAF0F9"/>
                </a:solidFill>
                <a:latin typeface="Avenir Next"/>
                <a:ea typeface="Avenir Next"/>
                <a:cs typeface="Avenir Next"/>
              </a:rPr>
              <a:t>Logique de sauvegarde et continuite d'acces</a:t>
            </a:r>
          </a:p>
        </p:txBody>
      </p:sp>
      <p:sp>
        <p:nvSpPr>
          <p:cNvPr id="20" name="">
            <a:extLst xmlns:a="http://schemas.openxmlformats.org/drawingml/2006/main">
              <a:ext uri="{FF2B5EF4-FFF2-40B4-BE49-F238E27FC236}">
                <a16:creationId xmlns:a16="http://schemas.microsoft.com/office/drawing/2014/main" id="{6626C309-A8F9-484D-8050-A4150D3F74C7}"/>
              </a:ext>
            </a:extLst>
          </p:cNvPr>
          <p:cNvSpPr>
            <a:spLocks xmlns:a="http://schemas.openxmlformats.org/drawingml/2006/main" noGrp="1"/>
          </p:cNvSpPr>
          <p:nvPr/>
        </p:nvSpPr>
        <p:spPr>
          <a:xfrm xmlns:a="http://schemas.openxmlformats.org/drawingml/2006/main">
            <a:off x="6096000" y="4248150"/>
            <a:ext cx="1524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6AA3FF"/>
                </a:solidFill>
                <a:latin typeface="Avenir Next"/>
                <a:ea typeface="Avenir Next"/>
                <a:cs typeface="Avenir Next"/>
              </a:defRPr>
            </a:pPr>
            <a:r>
              <a:rPr sz="900" b="1">
                <a:solidFill>
                  <a:srgbClr val="6AA3FF"/>
                </a:solidFill>
                <a:latin typeface="Avenir Next"/>
                <a:ea typeface="Avenir Next"/>
                <a:cs typeface="Avenir Next"/>
              </a:rPr>
              <a:t>Technologies</a:t>
            </a:r>
          </a:p>
        </p:txBody>
      </p:sp>
      <p:sp>
        <p:nvSpPr>
          <p:cNvPr id="21" name="">
            <a:extLst xmlns:a="http://schemas.openxmlformats.org/drawingml/2006/main">
              <a:ext uri="{FF2B5EF4-FFF2-40B4-BE49-F238E27FC236}">
                <a16:creationId xmlns:a16="http://schemas.microsoft.com/office/drawing/2014/main" id="{56506674-31B6-4522-81C4-047DD010449D}"/>
              </a:ext>
            </a:extLst>
          </p:cNvPr>
          <p:cNvSpPr>
            <a:spLocks xmlns:a="http://schemas.openxmlformats.org/drawingml/2006/main" noGrp="1"/>
          </p:cNvSpPr>
          <p:nvPr/>
        </p:nvSpPr>
        <p:spPr>
          <a:xfrm xmlns:a="http://schemas.openxmlformats.org/drawingml/2006/main">
            <a:off x="6096000" y="4495800"/>
            <a:ext cx="476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C8D0DC"/>
                </a:solidFill>
                <a:latin typeface="Avenir Next"/>
                <a:ea typeface="Avenir Next"/>
                <a:cs typeface="Avenir Next"/>
              </a:defRPr>
            </a:pPr>
            <a:r>
              <a:rPr sz="900" b="0">
                <a:solidFill>
                  <a:srgbClr val="C8D0DC"/>
                </a:solidFill>
                <a:latin typeface="Avenir Next"/>
                <a:ea typeface="Avenir Next"/>
                <a:cs typeface="Avenir Next"/>
              </a:rPr>
              <a:t>NAS • Partages • Permissions • Sauvegarde</a:t>
            </a:r>
          </a:p>
        </p:txBody>
      </p:sp>
      <p:sp>
        <p:nvSpPr>
          <p:cNvPr id="22" name="">
            <a:extLst xmlns:a="http://schemas.openxmlformats.org/drawingml/2006/main">
              <a:ext uri="{FF2B5EF4-FFF2-40B4-BE49-F238E27FC236}">
                <a16:creationId xmlns:a16="http://schemas.microsoft.com/office/drawing/2014/main" id="{31F99DAB-FA96-4B13-9BAE-FF5560871195}"/>
              </a:ext>
            </a:extLst>
          </p:cNvPr>
          <p:cNvSpPr>
            <a:spLocks xmlns:a="http://schemas.openxmlformats.org/drawingml/2006/main" noGrp="1"/>
          </p:cNvSpPr>
          <p:nvPr/>
        </p:nvSpPr>
        <p:spPr>
          <a:xfrm xmlns:a="http://schemas.openxmlformats.org/drawingml/2006/main">
            <a:off x="6096000" y="4857750"/>
            <a:ext cx="1143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6AA3FF"/>
                </a:solidFill>
                <a:latin typeface="Avenir Next"/>
                <a:ea typeface="Avenir Next"/>
                <a:cs typeface="Avenir Next"/>
              </a:defRPr>
            </a:pPr>
            <a:r>
              <a:rPr sz="900" b="1">
                <a:solidFill>
                  <a:srgbClr val="6AA3FF"/>
                </a:solidFill>
                <a:latin typeface="Avenir Next"/>
                <a:ea typeface="Avenir Next"/>
                <a:cs typeface="Avenir Next"/>
              </a:rPr>
              <a:t>Livrables</a:t>
            </a:r>
          </a:p>
        </p:txBody>
      </p:sp>
      <p:sp>
        <p:nvSpPr>
          <p:cNvPr id="23" name="">
            <a:extLst xmlns:a="http://schemas.openxmlformats.org/drawingml/2006/main">
              <a:ext uri="{FF2B5EF4-FFF2-40B4-BE49-F238E27FC236}">
                <a16:creationId xmlns:a16="http://schemas.microsoft.com/office/drawing/2014/main" id="{9FDF7CED-39B7-4991-A5A9-17E107C9868C}"/>
              </a:ext>
            </a:extLst>
          </p:cNvPr>
          <p:cNvSpPr>
            <a:spLocks xmlns:a="http://schemas.openxmlformats.org/drawingml/2006/main" noGrp="1"/>
          </p:cNvSpPr>
          <p:nvPr/>
        </p:nvSpPr>
        <p:spPr>
          <a:xfrm xmlns:a="http://schemas.openxmlformats.org/drawingml/2006/main">
            <a:off x="6096000" y="5105400"/>
            <a:ext cx="2095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C8D0DC"/>
                </a:solidFill>
                <a:latin typeface="Avenir Next"/>
                <a:ea typeface="Avenir Next"/>
                <a:cs typeface="Avenir Next"/>
              </a:defRPr>
            </a:pPr>
            <a:r>
              <a:rPr sz="900" b="0">
                <a:solidFill>
                  <a:srgbClr val="C8D0DC"/>
                </a:solidFill>
                <a:latin typeface="Avenir Next"/>
                <a:ea typeface="Avenir Next"/>
                <a:cs typeface="Avenir Next"/>
              </a:rPr>
              <a:t>1 dossier technique</a:t>
            </a:r>
          </a:p>
        </p:txBody>
      </p:sp>
      <p:sp>
        <p:nvSpPr>
          <p:cNvPr id="24" name="">
            <a:extLst xmlns:a="http://schemas.openxmlformats.org/drawingml/2006/main">
              <a:ext uri="{FF2B5EF4-FFF2-40B4-BE49-F238E27FC236}">
                <a16:creationId xmlns:a16="http://schemas.microsoft.com/office/drawing/2014/main" id="{955BCAFB-633C-4DF2-9C4F-BAE8EA955317}"/>
              </a:ext>
            </a:extLst>
          </p:cNvPr>
          <p:cNvSpPr>
            <a:spLocks xmlns:a="http://schemas.openxmlformats.org/drawingml/2006/main" noGrp="1"/>
          </p:cNvSpPr>
          <p:nvPr/>
        </p:nvSpPr>
        <p:spPr>
          <a:xfrm xmlns:a="http://schemas.openxmlformats.org/drawingml/2006/main">
            <a:off x="666750" y="6438900"/>
            <a:ext cx="10858500" cy="9525"/>
          </a:xfrm>
          <a:prstGeom xmlns:a="http://schemas.openxmlformats.org/drawingml/2006/main" prst="rect">
            <a:avLst/>
          </a:prstGeom>
          <a:solidFill xmlns:a="http://schemas.openxmlformats.org/drawingml/2006/main">
            <a:srgbClr val="3A475C">
              <a:alpha val="66667"/>
            </a:srgbClr>
          </a:solidFill>
          <a:ln xmlns:a="http://schemas.openxmlformats.org/drawingml/2006/main" w="0">
            <a:solidFill>
              <a:srgbClr val="3A475C">
                <a:alpha val="66667"/>
              </a:srgbClr>
            </a:solidFill>
            <a:prstDash val="solid"/>
          </a:ln>
        </p:spPr>
      </p:sp>
      <p:sp>
        <p:nvSpPr>
          <p:cNvPr id="25" name="">
            <a:extLst xmlns:a="http://schemas.openxmlformats.org/drawingml/2006/main">
              <a:ext uri="{FF2B5EF4-FFF2-40B4-BE49-F238E27FC236}">
                <a16:creationId xmlns:a16="http://schemas.microsoft.com/office/drawing/2014/main" id="{561D4C82-D333-4FC6-9490-5669ECA6EEC1}"/>
              </a:ext>
            </a:extLst>
          </p:cNvPr>
          <p:cNvSpPr>
            <a:spLocks xmlns:a="http://schemas.openxmlformats.org/drawingml/2006/main" noGrp="1"/>
          </p:cNvSpPr>
          <p:nvPr/>
        </p:nvSpPr>
        <p:spPr>
          <a:xfrm xmlns:a="http://schemas.openxmlformats.org/drawingml/2006/main">
            <a:off x="666750" y="6534150"/>
            <a:ext cx="8572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C8D0DC"/>
                </a:solidFill>
                <a:latin typeface="Avenir Next"/>
                <a:ea typeface="Avenir Next"/>
                <a:cs typeface="Avenir Next"/>
              </a:defRPr>
            </a:pPr>
            <a:r>
              <a:rPr sz="638" b="0">
                <a:solidFill>
                  <a:srgbClr val="C8D0DC"/>
                </a:solidFill>
                <a:latin typeface="Avenir Next"/>
                <a:ea typeface="Avenir Next"/>
                <a:cs typeface="Avenir Next"/>
              </a:rPr>
              <a:t>Projet: Infrastructure NAS</a:t>
            </a:r>
          </a:p>
        </p:txBody>
      </p:sp>
      <p:sp>
        <p:nvSpPr>
          <p:cNvPr id="26" name="">
            <a:extLst xmlns:a="http://schemas.openxmlformats.org/drawingml/2006/main">
              <a:ext uri="{FF2B5EF4-FFF2-40B4-BE49-F238E27FC236}">
                <a16:creationId xmlns:a16="http://schemas.microsoft.com/office/drawing/2014/main" id="{6B97378E-7AF9-4556-A318-59CE4AE9629A}"/>
              </a:ext>
            </a:extLst>
          </p:cNvPr>
          <p:cNvSpPr>
            <a:spLocks xmlns:a="http://schemas.openxmlformats.org/drawingml/2006/main" noGrp="1"/>
          </p:cNvSpPr>
          <p:nvPr/>
        </p:nvSpPr>
        <p:spPr>
          <a:xfrm xmlns:a="http://schemas.openxmlformats.org/drawingml/2006/main">
            <a:off x="11049000" y="6496050"/>
            <a:ext cx="4762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825" b="1">
                <a:solidFill>
                  <a:srgbClr val="C8D0DC"/>
                </a:solidFill>
                <a:latin typeface="Avenir Next"/>
                <a:ea typeface="Avenir Next"/>
                <a:cs typeface="Avenir Next"/>
              </a:defRPr>
            </a:pPr>
            <a:r>
              <a:rPr sz="825" b="1">
                <a:solidFill>
                  <a:srgbClr val="C8D0DC"/>
                </a:solidFill>
                <a:latin typeface="Avenir Next"/>
                <a:ea typeface="Avenir Next"/>
                <a:cs typeface="Avenir Next"/>
              </a:rPr>
              <a:t>07</a:t>
            </a:r>
          </a:p>
        </p:txBody>
      </p:sp>
    </p:spTree>
    <p:extLst>
      <p:ext uri="{BB962C8B-B14F-4D97-AF65-F5344CB8AC3E}">
        <p14:creationId xmlns:p14="http://schemas.microsoft.com/office/powerpoint/2010/main" val="205870291"/>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6F89592-8A9D-49D9-AB6B-7918DE87585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41922"/>
          </a:solidFill>
          <a:ln xmlns:a="http://schemas.openxmlformats.org/drawingml/2006/main" w="0">
            <a:solidFill>
              <a:srgbClr val="141922"/>
            </a:solidFill>
            <a:prstDash val="solid"/>
          </a:ln>
        </p:spPr>
      </p:sp>
      <p:sp>
        <p:nvSpPr>
          <p:cNvPr id="2" name="">
            <a:extLst xmlns:a="http://schemas.openxmlformats.org/drawingml/2006/main">
              <a:ext uri="{FF2B5EF4-FFF2-40B4-BE49-F238E27FC236}">
                <a16:creationId xmlns:a16="http://schemas.microsoft.com/office/drawing/2014/main" id="{B9B9305D-6839-40ED-AF5C-8C43F8729999}"/>
              </a:ext>
            </a:extLst>
          </p:cNvPr>
          <p:cNvSpPr>
            <a:spLocks xmlns:a="http://schemas.openxmlformats.org/drawingml/2006/main" noGrp="1"/>
          </p:cNvSpPr>
          <p:nvPr/>
        </p:nvSpPr>
        <p:spPr>
          <a:xfrm xmlns:a="http://schemas.openxmlformats.org/drawingml/2006/main">
            <a:off x="-857250" y="-1428750"/>
            <a:ext cx="4953000" cy="4953000"/>
          </a:xfrm>
          <a:prstGeom xmlns:a="http://schemas.openxmlformats.org/drawingml/2006/main" prst="ellipse">
            <a:avLst/>
          </a:prstGeom>
          <a:solidFill xmlns:a="http://schemas.openxmlformats.org/drawingml/2006/main">
            <a:srgbClr val="6AA3FF">
              <a:alpha val="8627"/>
            </a:srgbClr>
          </a:solidFill>
          <a:ln xmlns:a="http://schemas.openxmlformats.org/drawingml/2006/main" w="0">
            <a:solidFill>
              <a:srgbClr val="6AA3FF">
                <a:alpha val="0"/>
              </a:srgbClr>
            </a:solidFill>
            <a:prstDash val="solid"/>
          </a:ln>
        </p:spPr>
      </p:sp>
      <p:sp>
        <p:nvSpPr>
          <p:cNvPr id="3" name="">
            <a:extLst xmlns:a="http://schemas.openxmlformats.org/drawingml/2006/main">
              <a:ext uri="{FF2B5EF4-FFF2-40B4-BE49-F238E27FC236}">
                <a16:creationId xmlns:a16="http://schemas.microsoft.com/office/drawing/2014/main" id="{D6D001EB-49D3-4008-9A14-FD07559B62E8}"/>
              </a:ext>
            </a:extLst>
          </p:cNvPr>
          <p:cNvSpPr>
            <a:spLocks xmlns:a="http://schemas.openxmlformats.org/drawingml/2006/main" noGrp="1"/>
          </p:cNvSpPr>
          <p:nvPr/>
        </p:nvSpPr>
        <p:spPr>
          <a:xfrm xmlns:a="http://schemas.openxmlformats.org/drawingml/2006/main">
            <a:off x="8953500" y="-1143000"/>
            <a:ext cx="4000500" cy="4000500"/>
          </a:xfrm>
          <a:prstGeom xmlns:a="http://schemas.openxmlformats.org/drawingml/2006/main" prst="ellipse">
            <a:avLst/>
          </a:prstGeom>
          <a:solidFill xmlns:a="http://schemas.openxmlformats.org/drawingml/2006/main">
            <a:srgbClr val="8AB6FF">
              <a:alpha val="6275"/>
            </a:srgbClr>
          </a:solidFill>
          <a:ln xmlns:a="http://schemas.openxmlformats.org/drawingml/2006/main" w="0">
            <a:solidFill>
              <a:srgbClr val="8AB6FF">
                <a:alpha val="0"/>
              </a:srgbClr>
            </a:solidFill>
            <a:prstDash val="solid"/>
          </a:ln>
        </p:spPr>
      </p:sp>
      <p:sp>
        <p:nvSpPr>
          <p:cNvPr id="4" name="">
            <a:extLst xmlns:a="http://schemas.openxmlformats.org/drawingml/2006/main">
              <a:ext uri="{FF2B5EF4-FFF2-40B4-BE49-F238E27FC236}">
                <a16:creationId xmlns:a16="http://schemas.microsoft.com/office/drawing/2014/main" id="{1886EF1F-0363-4003-8626-08432A4CD2E0}"/>
              </a:ext>
            </a:extLst>
          </p:cNvPr>
          <p:cNvSpPr>
            <a:spLocks xmlns:a="http://schemas.openxmlformats.org/drawingml/2006/main" noGrp="1"/>
          </p:cNvSpPr>
          <p:nvPr/>
        </p:nvSpPr>
        <p:spPr>
          <a:xfrm xmlns:a="http://schemas.openxmlformats.org/drawingml/2006/main">
            <a:off x="8763000" y="4476750"/>
            <a:ext cx="3429000" cy="2476500"/>
          </a:xfrm>
          <a:prstGeom xmlns:a="http://schemas.openxmlformats.org/drawingml/2006/main" prst="ellipse">
            <a:avLst/>
          </a:prstGeom>
          <a:solidFill xmlns:a="http://schemas.openxmlformats.org/drawingml/2006/main">
            <a:srgbClr val="6AA3FF">
              <a:alpha val="6275"/>
            </a:srgbClr>
          </a:solidFill>
          <a:ln xmlns:a="http://schemas.openxmlformats.org/drawingml/2006/main" w="0">
            <a:solidFill>
              <a:srgbClr val="6AA3FF">
                <a:alpha val="0"/>
              </a:srgbClr>
            </a:solidFill>
            <a:prstDash val="solid"/>
          </a:ln>
        </p:spPr>
      </p:sp>
      <p:sp>
        <p:nvSpPr>
          <p:cNvPr id="5" name="">
            <a:extLst xmlns:a="http://schemas.openxmlformats.org/drawingml/2006/main">
              <a:ext uri="{FF2B5EF4-FFF2-40B4-BE49-F238E27FC236}">
                <a16:creationId xmlns:a16="http://schemas.microsoft.com/office/drawing/2014/main" id="{46D76C40-52C1-47C1-9BC1-1CF10F7916DD}"/>
              </a:ext>
            </a:extLst>
          </p:cNvPr>
          <p:cNvSpPr>
            <a:spLocks xmlns:a="http://schemas.openxmlformats.org/drawingml/2006/main" noGrp="1"/>
          </p:cNvSpPr>
          <p:nvPr/>
        </p:nvSpPr>
        <p:spPr>
          <a:xfrm xmlns:a="http://schemas.openxmlformats.org/drawingml/2006/main">
            <a:off x="666750" y="476250"/>
            <a:ext cx="4381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6AA3FF"/>
                </a:solidFill>
                <a:latin typeface="Avenir Next"/>
                <a:ea typeface="Avenir Next"/>
                <a:cs typeface="Avenir Next"/>
              </a:defRPr>
            </a:pPr>
            <a:r>
              <a:rPr sz="750" b="1">
                <a:solidFill>
                  <a:srgbClr val="6AA3FF"/>
                </a:solidFill>
                <a:latin typeface="Avenir Next"/>
                <a:ea typeface="Avenir Next"/>
                <a:cs typeface="Avenir Next"/>
              </a:rPr>
              <a:t>PROJET 4</a:t>
            </a:r>
          </a:p>
        </p:txBody>
      </p:sp>
      <p:sp>
        <p:nvSpPr>
          <p:cNvPr id="6" name="">
            <a:extLst xmlns:a="http://schemas.openxmlformats.org/drawingml/2006/main">
              <a:ext uri="{FF2B5EF4-FFF2-40B4-BE49-F238E27FC236}">
                <a16:creationId xmlns:a16="http://schemas.microsoft.com/office/drawing/2014/main" id="{ED2D3D55-4A97-468B-A3BD-53ADD2B3B190}"/>
              </a:ext>
            </a:extLst>
          </p:cNvPr>
          <p:cNvSpPr>
            <a:spLocks xmlns:a="http://schemas.openxmlformats.org/drawingml/2006/main" noGrp="1"/>
          </p:cNvSpPr>
          <p:nvPr/>
        </p:nvSpPr>
        <p:spPr>
          <a:xfrm xmlns:a="http://schemas.openxmlformats.org/drawingml/2006/main">
            <a:off x="666750" y="742950"/>
            <a:ext cx="72390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75" b="1">
                <a:solidFill>
                  <a:srgbClr val="F5F6F8"/>
                </a:solidFill>
                <a:latin typeface="Avenir Next"/>
                <a:ea typeface="Avenir Next"/>
                <a:cs typeface="Avenir Next"/>
              </a:defRPr>
            </a:pPr>
            <a:r>
              <a:rPr sz="2175" b="1">
                <a:solidFill>
                  <a:srgbClr val="F5F6F8"/>
                </a:solidFill>
                <a:latin typeface="Avenir Next"/>
                <a:ea typeface="Avenir Next"/>
                <a:cs typeface="Avenir Next"/>
              </a:rPr>
              <a:t>Mise a niveau du parc informatique</a:t>
            </a:r>
          </a:p>
        </p:txBody>
      </p:sp>
      <p:sp>
        <p:nvSpPr>
          <p:cNvPr id="7" name="">
            <a:extLst xmlns:a="http://schemas.openxmlformats.org/drawingml/2006/main">
              <a:ext uri="{FF2B5EF4-FFF2-40B4-BE49-F238E27FC236}">
                <a16:creationId xmlns:a16="http://schemas.microsoft.com/office/drawing/2014/main" id="{11C49EC7-6798-40FE-9877-3897116B5278}"/>
              </a:ext>
            </a:extLst>
          </p:cNvPr>
          <p:cNvSpPr>
            <a:spLocks xmlns:a="http://schemas.openxmlformats.org/drawingml/2006/main" noGrp="1"/>
          </p:cNvSpPr>
          <p:nvPr/>
        </p:nvSpPr>
        <p:spPr>
          <a:xfrm xmlns:a="http://schemas.openxmlformats.org/drawingml/2006/main">
            <a:off x="666750" y="1295400"/>
            <a:ext cx="74295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0">
                <a:solidFill>
                  <a:srgbClr val="C8D0DC"/>
                </a:solidFill>
                <a:latin typeface="Avenir Next"/>
                <a:ea typeface="Avenir Next"/>
                <a:cs typeface="Avenir Next"/>
              </a:defRPr>
            </a:pPr>
            <a:r>
              <a:rPr sz="1013" b="0">
                <a:solidFill>
                  <a:srgbClr val="C8D0DC"/>
                </a:solidFill>
                <a:latin typeface="Avenir Next"/>
                <a:ea typeface="Avenir Next"/>
                <a:cs typeface="Avenir Next"/>
              </a:rPr>
              <a:t>Analyse de l'etat d'un parc informatique afin d'ameliorer les performances, la fiabilite et la securite des postes.</a:t>
            </a:r>
          </a:p>
        </p:txBody>
      </p:sp>
      <p:sp>
        <p:nvSpPr>
          <p:cNvPr id="8" name="">
            <a:extLst xmlns:a="http://schemas.openxmlformats.org/drawingml/2006/main">
              <a:ext uri="{FF2B5EF4-FFF2-40B4-BE49-F238E27FC236}">
                <a16:creationId xmlns:a16="http://schemas.microsoft.com/office/drawing/2014/main" id="{D170245D-0CBA-45E7-8CF2-F4946878841B}"/>
              </a:ext>
            </a:extLst>
          </p:cNvPr>
          <p:cNvSpPr>
            <a:spLocks xmlns:a="http://schemas.openxmlformats.org/drawingml/2006/main" noGrp="1"/>
          </p:cNvSpPr>
          <p:nvPr/>
        </p:nvSpPr>
        <p:spPr>
          <a:xfrm xmlns:a="http://schemas.openxmlformats.org/drawingml/2006/main">
            <a:off x="666750" y="2057400"/>
            <a:ext cx="4762500" cy="3238500"/>
          </a:xfrm>
          <a:prstGeom xmlns:a="http://schemas.openxmlformats.org/drawingml/2006/main" prst="roundRect">
            <a:avLst>
              <a:gd name="adj" fmla="val 2353"/>
            </a:avLst>
          </a:prstGeom>
          <a:solidFill xmlns:a="http://schemas.openxmlformats.org/drawingml/2006/main">
            <a:srgbClr val="1C2532"/>
          </a:solidFill>
          <a:ln xmlns:a="http://schemas.openxmlformats.org/drawingml/2006/main" w="9525">
            <a:solidFill>
              <a:srgbClr val="34445A"/>
            </a:solidFill>
            <a:prstDash val="solid"/>
          </a:ln>
        </p:spPr>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3a88786650e04bcf"/>
          <a:stretch xmlns:a="http://schemas.openxmlformats.org/drawingml/2006/main"/>
        </p:blipFill>
        <p:spPr>
          <a:xfrm xmlns:a="http://schemas.openxmlformats.org/drawingml/2006/main">
            <a:off x="2120900" y="2286000"/>
            <a:ext cx="1854200" cy="278130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BB86DFBF-8D50-48E6-8E20-7A21FA8D4480}"/>
              </a:ext>
            </a:extLst>
          </p:cNvPr>
          <p:cNvSpPr>
            <a:spLocks xmlns:a="http://schemas.openxmlformats.org/drawingml/2006/main" noGrp="1"/>
          </p:cNvSpPr>
          <p:nvPr/>
        </p:nvSpPr>
        <p:spPr>
          <a:xfrm xmlns:a="http://schemas.openxmlformats.org/drawingml/2006/main">
            <a:off x="5829300" y="2057400"/>
            <a:ext cx="5695950" cy="3238500"/>
          </a:xfrm>
          <a:prstGeom xmlns:a="http://schemas.openxmlformats.org/drawingml/2006/main" prst="roundRect">
            <a:avLst>
              <a:gd name="adj" fmla="val 2353"/>
            </a:avLst>
          </a:prstGeom>
          <a:solidFill xmlns:a="http://schemas.openxmlformats.org/drawingml/2006/main">
            <a:srgbClr val="1B2431"/>
          </a:solidFill>
          <a:ln xmlns:a="http://schemas.openxmlformats.org/drawingml/2006/main" w="9525">
            <a:solidFill>
              <a:srgbClr val="34445A"/>
            </a:solidFill>
            <a:prstDash val="solid"/>
          </a:ln>
        </p:spPr>
      </p:sp>
      <p:sp>
        <p:nvSpPr>
          <p:cNvPr id="11" name="">
            <a:extLst xmlns:a="http://schemas.openxmlformats.org/drawingml/2006/main">
              <a:ext uri="{FF2B5EF4-FFF2-40B4-BE49-F238E27FC236}">
                <a16:creationId xmlns:a16="http://schemas.microsoft.com/office/drawing/2014/main" id="{FA761241-A5F7-4961-9B6B-FB98F9B0E4AE}"/>
              </a:ext>
            </a:extLst>
          </p:cNvPr>
          <p:cNvSpPr>
            <a:spLocks xmlns:a="http://schemas.openxmlformats.org/drawingml/2006/main" noGrp="1"/>
          </p:cNvSpPr>
          <p:nvPr/>
        </p:nvSpPr>
        <p:spPr>
          <a:xfrm xmlns:a="http://schemas.openxmlformats.org/drawingml/2006/main">
            <a:off x="6096000" y="2324100"/>
            <a:ext cx="990600" cy="228600"/>
          </a:xfrm>
          <a:prstGeom xmlns:a="http://schemas.openxmlformats.org/drawingml/2006/main" prst="roundRect">
            <a:avLst>
              <a:gd name="adj" fmla="val 33333"/>
            </a:avLst>
          </a:prstGeom>
          <a:solidFill xmlns:a="http://schemas.openxmlformats.org/drawingml/2006/main">
            <a:srgbClr val="294664"/>
          </a:solidFill>
          <a:ln xmlns:a="http://schemas.openxmlformats.org/drawingml/2006/main" w="9525">
            <a:solidFill>
              <a:srgbClr val="55749D"/>
            </a:solidFill>
            <a:prstDash val="solid"/>
          </a:ln>
        </p:spPr>
      </p:sp>
      <p:sp>
        <p:nvSpPr>
          <p:cNvPr id="12" name="">
            <a:extLst xmlns:a="http://schemas.openxmlformats.org/drawingml/2006/main">
              <a:ext uri="{FF2B5EF4-FFF2-40B4-BE49-F238E27FC236}">
                <a16:creationId xmlns:a16="http://schemas.microsoft.com/office/drawing/2014/main" id="{58780B6E-B67A-4E33-AA64-C1A3B655FE5D}"/>
              </a:ext>
            </a:extLst>
          </p:cNvPr>
          <p:cNvSpPr>
            <a:spLocks xmlns:a="http://schemas.openxmlformats.org/drawingml/2006/main" noGrp="1"/>
          </p:cNvSpPr>
          <p:nvPr/>
        </p:nvSpPr>
        <p:spPr>
          <a:xfrm xmlns:a="http://schemas.openxmlformats.org/drawingml/2006/main">
            <a:off x="6210300" y="2390775"/>
            <a:ext cx="7620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75" b="1">
                <a:solidFill>
                  <a:srgbClr val="EAF0F9"/>
                </a:solidFill>
                <a:latin typeface="Avenir Next"/>
                <a:ea typeface="Avenir Next"/>
                <a:cs typeface="Avenir Next"/>
              </a:defRPr>
            </a:pPr>
            <a:r>
              <a:rPr sz="675" b="1">
                <a:solidFill>
                  <a:srgbClr val="EAF0F9"/>
                </a:solidFill>
                <a:latin typeface="Avenir Next"/>
                <a:ea typeface="Avenir Next"/>
                <a:cs typeface="Avenir Next"/>
              </a:rPr>
              <a:t>Entreprise</a:t>
            </a:r>
          </a:p>
        </p:txBody>
      </p:sp>
      <p:sp>
        <p:nvSpPr>
          <p:cNvPr id="13" name="">
            <a:extLst xmlns:a="http://schemas.openxmlformats.org/drawingml/2006/main">
              <a:ext uri="{FF2B5EF4-FFF2-40B4-BE49-F238E27FC236}">
                <a16:creationId xmlns:a16="http://schemas.microsoft.com/office/drawing/2014/main" id="{7A24F01E-6454-41C1-B786-F0F508B3EAEF}"/>
              </a:ext>
            </a:extLst>
          </p:cNvPr>
          <p:cNvSpPr>
            <a:spLocks xmlns:a="http://schemas.openxmlformats.org/drawingml/2006/main" noGrp="1"/>
          </p:cNvSpPr>
          <p:nvPr/>
        </p:nvSpPr>
        <p:spPr>
          <a:xfrm xmlns:a="http://schemas.openxmlformats.org/drawingml/2006/main">
            <a:off x="6096000" y="2743200"/>
            <a:ext cx="2190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F5F6F8"/>
                </a:solidFill>
                <a:latin typeface="Avenir Next"/>
                <a:ea typeface="Avenir Next"/>
                <a:cs typeface="Avenir Next"/>
              </a:defRPr>
            </a:pPr>
            <a:r>
              <a:rPr sz="1050" b="1">
                <a:solidFill>
                  <a:srgbClr val="F5F6F8"/>
                </a:solidFill>
                <a:latin typeface="Avenir Next"/>
                <a:ea typeface="Avenir Next"/>
                <a:cs typeface="Avenir Next"/>
              </a:rPr>
              <a:t>Objectifs et realisations</a:t>
            </a:r>
          </a:p>
        </p:txBody>
      </p:sp>
      <p:sp>
        <p:nvSpPr>
          <p:cNvPr id="14" name="">
            <a:extLst xmlns:a="http://schemas.openxmlformats.org/drawingml/2006/main">
              <a:ext uri="{FF2B5EF4-FFF2-40B4-BE49-F238E27FC236}">
                <a16:creationId xmlns:a16="http://schemas.microsoft.com/office/drawing/2014/main" id="{AAFC53C3-BE9D-4CFA-866F-D377E49E8A8A}"/>
              </a:ext>
            </a:extLst>
          </p:cNvPr>
          <p:cNvSpPr>
            <a:spLocks xmlns:a="http://schemas.openxmlformats.org/drawingml/2006/main" noGrp="1"/>
          </p:cNvSpPr>
          <p:nvPr/>
        </p:nvSpPr>
        <p:spPr>
          <a:xfrm xmlns:a="http://schemas.openxmlformats.org/drawingml/2006/main">
            <a:off x="6096000" y="3143250"/>
            <a:ext cx="66675" cy="66675"/>
          </a:xfrm>
          <a:prstGeom xmlns:a="http://schemas.openxmlformats.org/drawingml/2006/main" prst="ellipse">
            <a:avLst/>
          </a:prstGeom>
          <a:solidFill xmlns:a="http://schemas.openxmlformats.org/drawingml/2006/main">
            <a:srgbClr val="6AA3FF"/>
          </a:solidFill>
          <a:ln xmlns:a="http://schemas.openxmlformats.org/drawingml/2006/main" w="0">
            <a:solidFill>
              <a:srgbClr val="6AA3FF"/>
            </a:solidFill>
            <a:prstDash val="solid"/>
          </a:ln>
        </p:spPr>
      </p:sp>
      <p:sp>
        <p:nvSpPr>
          <p:cNvPr id="15" name="">
            <a:extLst xmlns:a="http://schemas.openxmlformats.org/drawingml/2006/main">
              <a:ext uri="{FF2B5EF4-FFF2-40B4-BE49-F238E27FC236}">
                <a16:creationId xmlns:a16="http://schemas.microsoft.com/office/drawing/2014/main" id="{19DB74A1-F2DA-42E9-BABD-1BDB643CA2F3}"/>
              </a:ext>
            </a:extLst>
          </p:cNvPr>
          <p:cNvSpPr>
            <a:spLocks xmlns:a="http://schemas.openxmlformats.org/drawingml/2006/main" noGrp="1"/>
          </p:cNvSpPr>
          <p:nvPr/>
        </p:nvSpPr>
        <p:spPr>
          <a:xfrm xmlns:a="http://schemas.openxmlformats.org/drawingml/2006/main">
            <a:off x="6267450" y="3067050"/>
            <a:ext cx="47815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EAF0F9"/>
                </a:solidFill>
                <a:latin typeface="Avenir Next"/>
                <a:ea typeface="Avenir Next"/>
                <a:cs typeface="Avenir Next"/>
              </a:defRPr>
            </a:pPr>
            <a:r>
              <a:rPr sz="975" b="0">
                <a:solidFill>
                  <a:srgbClr val="EAF0F9"/>
                </a:solidFill>
                <a:latin typeface="Avenir Next"/>
                <a:ea typeface="Avenir Next"/>
                <a:cs typeface="Avenir Next"/>
              </a:rPr>
              <a:t>Audit materiel</a:t>
            </a:r>
          </a:p>
        </p:txBody>
      </p:sp>
      <p:sp>
        <p:nvSpPr>
          <p:cNvPr id="16" name="">
            <a:extLst xmlns:a="http://schemas.openxmlformats.org/drawingml/2006/main">
              <a:ext uri="{FF2B5EF4-FFF2-40B4-BE49-F238E27FC236}">
                <a16:creationId xmlns:a16="http://schemas.microsoft.com/office/drawing/2014/main" id="{7285D15B-69F4-4EE5-9333-AF579DD9171F}"/>
              </a:ext>
            </a:extLst>
          </p:cNvPr>
          <p:cNvSpPr>
            <a:spLocks xmlns:a="http://schemas.openxmlformats.org/drawingml/2006/main" noGrp="1"/>
          </p:cNvSpPr>
          <p:nvPr/>
        </p:nvSpPr>
        <p:spPr>
          <a:xfrm xmlns:a="http://schemas.openxmlformats.org/drawingml/2006/main">
            <a:off x="6096000" y="3486150"/>
            <a:ext cx="66675" cy="66675"/>
          </a:xfrm>
          <a:prstGeom xmlns:a="http://schemas.openxmlformats.org/drawingml/2006/main" prst="ellipse">
            <a:avLst/>
          </a:prstGeom>
          <a:solidFill xmlns:a="http://schemas.openxmlformats.org/drawingml/2006/main">
            <a:srgbClr val="6AA3FF"/>
          </a:solidFill>
          <a:ln xmlns:a="http://schemas.openxmlformats.org/drawingml/2006/main" w="0">
            <a:solidFill>
              <a:srgbClr val="6AA3FF"/>
            </a:solidFill>
            <a:prstDash val="solid"/>
          </a:ln>
        </p:spPr>
      </p:sp>
      <p:sp>
        <p:nvSpPr>
          <p:cNvPr id="17" name="">
            <a:extLst xmlns:a="http://schemas.openxmlformats.org/drawingml/2006/main">
              <a:ext uri="{FF2B5EF4-FFF2-40B4-BE49-F238E27FC236}">
                <a16:creationId xmlns:a16="http://schemas.microsoft.com/office/drawing/2014/main" id="{9A87F647-21F9-45F9-AA05-DEE188D7D878}"/>
              </a:ext>
            </a:extLst>
          </p:cNvPr>
          <p:cNvSpPr>
            <a:spLocks xmlns:a="http://schemas.openxmlformats.org/drawingml/2006/main" noGrp="1"/>
          </p:cNvSpPr>
          <p:nvPr/>
        </p:nvSpPr>
        <p:spPr>
          <a:xfrm xmlns:a="http://schemas.openxmlformats.org/drawingml/2006/main">
            <a:off x="6267450" y="3409950"/>
            <a:ext cx="47815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EAF0F9"/>
                </a:solidFill>
                <a:latin typeface="Avenir Next"/>
                <a:ea typeface="Avenir Next"/>
                <a:cs typeface="Avenir Next"/>
              </a:defRPr>
            </a:pPr>
            <a:r>
              <a:rPr sz="975" b="0">
                <a:solidFill>
                  <a:srgbClr val="EAF0F9"/>
                </a:solidFill>
                <a:latin typeface="Avenir Next"/>
                <a:ea typeface="Avenir Next"/>
                <a:cs typeface="Avenir Next"/>
              </a:rPr>
              <a:t>Optimisation et maintenance</a:t>
            </a:r>
          </a:p>
        </p:txBody>
      </p:sp>
      <p:sp>
        <p:nvSpPr>
          <p:cNvPr id="18" name="">
            <a:extLst xmlns:a="http://schemas.openxmlformats.org/drawingml/2006/main">
              <a:ext uri="{FF2B5EF4-FFF2-40B4-BE49-F238E27FC236}">
                <a16:creationId xmlns:a16="http://schemas.microsoft.com/office/drawing/2014/main" id="{D652059A-E725-4B3E-AE2D-D43ED1C80FA0}"/>
              </a:ext>
            </a:extLst>
          </p:cNvPr>
          <p:cNvSpPr>
            <a:spLocks xmlns:a="http://schemas.openxmlformats.org/drawingml/2006/main" noGrp="1"/>
          </p:cNvSpPr>
          <p:nvPr/>
        </p:nvSpPr>
        <p:spPr>
          <a:xfrm xmlns:a="http://schemas.openxmlformats.org/drawingml/2006/main">
            <a:off x="6096000" y="3829050"/>
            <a:ext cx="66675" cy="66675"/>
          </a:xfrm>
          <a:prstGeom xmlns:a="http://schemas.openxmlformats.org/drawingml/2006/main" prst="ellipse">
            <a:avLst/>
          </a:prstGeom>
          <a:solidFill xmlns:a="http://schemas.openxmlformats.org/drawingml/2006/main">
            <a:srgbClr val="6AA3FF"/>
          </a:solidFill>
          <a:ln xmlns:a="http://schemas.openxmlformats.org/drawingml/2006/main" w="0">
            <a:solidFill>
              <a:srgbClr val="6AA3FF"/>
            </a:solidFill>
            <a:prstDash val="solid"/>
          </a:ln>
        </p:spPr>
      </p:sp>
      <p:sp>
        <p:nvSpPr>
          <p:cNvPr id="19" name="">
            <a:extLst xmlns:a="http://schemas.openxmlformats.org/drawingml/2006/main">
              <a:ext uri="{FF2B5EF4-FFF2-40B4-BE49-F238E27FC236}">
                <a16:creationId xmlns:a16="http://schemas.microsoft.com/office/drawing/2014/main" id="{26A8110F-CE8F-47BC-B627-79DCAD601A57}"/>
              </a:ext>
            </a:extLst>
          </p:cNvPr>
          <p:cNvSpPr>
            <a:spLocks xmlns:a="http://schemas.openxmlformats.org/drawingml/2006/main" noGrp="1"/>
          </p:cNvSpPr>
          <p:nvPr/>
        </p:nvSpPr>
        <p:spPr>
          <a:xfrm xmlns:a="http://schemas.openxmlformats.org/drawingml/2006/main">
            <a:off x="6267450" y="3752850"/>
            <a:ext cx="47815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EAF0F9"/>
                </a:solidFill>
                <a:latin typeface="Avenir Next"/>
                <a:ea typeface="Avenir Next"/>
                <a:cs typeface="Avenir Next"/>
              </a:defRPr>
            </a:pPr>
            <a:r>
              <a:rPr sz="975" b="0">
                <a:solidFill>
                  <a:srgbClr val="EAF0F9"/>
                </a:solidFill>
                <a:latin typeface="Avenir Next"/>
                <a:ea typeface="Avenir Next"/>
                <a:cs typeface="Avenir Next"/>
              </a:rPr>
              <a:t>Renforcement de la securisation</a:t>
            </a:r>
          </a:p>
        </p:txBody>
      </p:sp>
      <p:sp>
        <p:nvSpPr>
          <p:cNvPr id="20" name="">
            <a:extLst xmlns:a="http://schemas.openxmlformats.org/drawingml/2006/main">
              <a:ext uri="{FF2B5EF4-FFF2-40B4-BE49-F238E27FC236}">
                <a16:creationId xmlns:a16="http://schemas.microsoft.com/office/drawing/2014/main" id="{9AF0D55D-E7A7-400B-94A9-587607487FAD}"/>
              </a:ext>
            </a:extLst>
          </p:cNvPr>
          <p:cNvSpPr>
            <a:spLocks xmlns:a="http://schemas.openxmlformats.org/drawingml/2006/main" noGrp="1"/>
          </p:cNvSpPr>
          <p:nvPr/>
        </p:nvSpPr>
        <p:spPr>
          <a:xfrm xmlns:a="http://schemas.openxmlformats.org/drawingml/2006/main">
            <a:off x="6096000" y="4248150"/>
            <a:ext cx="1524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6AA3FF"/>
                </a:solidFill>
                <a:latin typeface="Avenir Next"/>
                <a:ea typeface="Avenir Next"/>
                <a:cs typeface="Avenir Next"/>
              </a:defRPr>
            </a:pPr>
            <a:r>
              <a:rPr sz="900" b="1">
                <a:solidFill>
                  <a:srgbClr val="6AA3FF"/>
                </a:solidFill>
                <a:latin typeface="Avenir Next"/>
                <a:ea typeface="Avenir Next"/>
                <a:cs typeface="Avenir Next"/>
              </a:rPr>
              <a:t>Technologies</a:t>
            </a:r>
          </a:p>
        </p:txBody>
      </p:sp>
      <p:sp>
        <p:nvSpPr>
          <p:cNvPr id="21" name="">
            <a:extLst xmlns:a="http://schemas.openxmlformats.org/drawingml/2006/main">
              <a:ext uri="{FF2B5EF4-FFF2-40B4-BE49-F238E27FC236}">
                <a16:creationId xmlns:a16="http://schemas.microsoft.com/office/drawing/2014/main" id="{FCCDD6E1-13C0-4BEB-9DEF-B66B2EDAF9E0}"/>
              </a:ext>
            </a:extLst>
          </p:cNvPr>
          <p:cNvSpPr>
            <a:spLocks xmlns:a="http://schemas.openxmlformats.org/drawingml/2006/main" noGrp="1"/>
          </p:cNvSpPr>
          <p:nvPr/>
        </p:nvSpPr>
        <p:spPr>
          <a:xfrm xmlns:a="http://schemas.openxmlformats.org/drawingml/2006/main">
            <a:off x="6096000" y="4495800"/>
            <a:ext cx="476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C8D0DC"/>
                </a:solidFill>
                <a:latin typeface="Avenir Next"/>
                <a:ea typeface="Avenir Next"/>
                <a:cs typeface="Avenir Next"/>
              </a:defRPr>
            </a:pPr>
            <a:r>
              <a:rPr sz="900" b="0">
                <a:solidFill>
                  <a:srgbClr val="C8D0DC"/>
                </a:solidFill>
                <a:latin typeface="Avenir Next"/>
                <a:ea typeface="Avenir Next"/>
                <a:cs typeface="Avenir Next"/>
              </a:rPr>
              <a:t>Audit • Maintenance • Optimisation • Securisation</a:t>
            </a:r>
          </a:p>
        </p:txBody>
      </p:sp>
      <p:sp>
        <p:nvSpPr>
          <p:cNvPr id="22" name="">
            <a:extLst xmlns:a="http://schemas.openxmlformats.org/drawingml/2006/main">
              <a:ext uri="{FF2B5EF4-FFF2-40B4-BE49-F238E27FC236}">
                <a16:creationId xmlns:a16="http://schemas.microsoft.com/office/drawing/2014/main" id="{806A99D6-78F7-4D91-A9A5-654906A4960A}"/>
              </a:ext>
            </a:extLst>
          </p:cNvPr>
          <p:cNvSpPr>
            <a:spLocks xmlns:a="http://schemas.openxmlformats.org/drawingml/2006/main" noGrp="1"/>
          </p:cNvSpPr>
          <p:nvPr/>
        </p:nvSpPr>
        <p:spPr>
          <a:xfrm xmlns:a="http://schemas.openxmlformats.org/drawingml/2006/main">
            <a:off x="6096000" y="4857750"/>
            <a:ext cx="1143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6AA3FF"/>
                </a:solidFill>
                <a:latin typeface="Avenir Next"/>
                <a:ea typeface="Avenir Next"/>
                <a:cs typeface="Avenir Next"/>
              </a:defRPr>
            </a:pPr>
            <a:r>
              <a:rPr sz="900" b="1">
                <a:solidFill>
                  <a:srgbClr val="6AA3FF"/>
                </a:solidFill>
                <a:latin typeface="Avenir Next"/>
                <a:ea typeface="Avenir Next"/>
                <a:cs typeface="Avenir Next"/>
              </a:rPr>
              <a:t>Livrables</a:t>
            </a:r>
          </a:p>
        </p:txBody>
      </p:sp>
      <p:sp>
        <p:nvSpPr>
          <p:cNvPr id="23" name="">
            <a:extLst xmlns:a="http://schemas.openxmlformats.org/drawingml/2006/main">
              <a:ext uri="{FF2B5EF4-FFF2-40B4-BE49-F238E27FC236}">
                <a16:creationId xmlns:a16="http://schemas.microsoft.com/office/drawing/2014/main" id="{01C1BAD8-F709-4A5D-A010-12A7C6A45CC4}"/>
              </a:ext>
            </a:extLst>
          </p:cNvPr>
          <p:cNvSpPr>
            <a:spLocks xmlns:a="http://schemas.openxmlformats.org/drawingml/2006/main" noGrp="1"/>
          </p:cNvSpPr>
          <p:nvPr/>
        </p:nvSpPr>
        <p:spPr>
          <a:xfrm xmlns:a="http://schemas.openxmlformats.org/drawingml/2006/main">
            <a:off x="6096000" y="5105400"/>
            <a:ext cx="2095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C8D0DC"/>
                </a:solidFill>
                <a:latin typeface="Avenir Next"/>
                <a:ea typeface="Avenir Next"/>
                <a:cs typeface="Avenir Next"/>
              </a:defRPr>
            </a:pPr>
            <a:r>
              <a:rPr sz="900" b="0">
                <a:solidFill>
                  <a:srgbClr val="C8D0DC"/>
                </a:solidFill>
                <a:latin typeface="Avenir Next"/>
                <a:ea typeface="Avenir Next"/>
                <a:cs typeface="Avenir Next"/>
              </a:rPr>
              <a:t>1 dossier technique</a:t>
            </a:r>
          </a:p>
        </p:txBody>
      </p:sp>
      <p:sp>
        <p:nvSpPr>
          <p:cNvPr id="24" name="">
            <a:extLst xmlns:a="http://schemas.openxmlformats.org/drawingml/2006/main">
              <a:ext uri="{FF2B5EF4-FFF2-40B4-BE49-F238E27FC236}">
                <a16:creationId xmlns:a16="http://schemas.microsoft.com/office/drawing/2014/main" id="{CA794E36-66CB-427A-B358-5D8D0D6B5F04}"/>
              </a:ext>
            </a:extLst>
          </p:cNvPr>
          <p:cNvSpPr>
            <a:spLocks xmlns:a="http://schemas.openxmlformats.org/drawingml/2006/main" noGrp="1"/>
          </p:cNvSpPr>
          <p:nvPr/>
        </p:nvSpPr>
        <p:spPr>
          <a:xfrm xmlns:a="http://schemas.openxmlformats.org/drawingml/2006/main">
            <a:off x="666750" y="6438900"/>
            <a:ext cx="10858500" cy="9525"/>
          </a:xfrm>
          <a:prstGeom xmlns:a="http://schemas.openxmlformats.org/drawingml/2006/main" prst="rect">
            <a:avLst/>
          </a:prstGeom>
          <a:solidFill xmlns:a="http://schemas.openxmlformats.org/drawingml/2006/main">
            <a:srgbClr val="3A475C">
              <a:alpha val="66667"/>
            </a:srgbClr>
          </a:solidFill>
          <a:ln xmlns:a="http://schemas.openxmlformats.org/drawingml/2006/main" w="0">
            <a:solidFill>
              <a:srgbClr val="3A475C">
                <a:alpha val="66667"/>
              </a:srgbClr>
            </a:solidFill>
            <a:prstDash val="solid"/>
          </a:ln>
        </p:spPr>
      </p:sp>
      <p:sp>
        <p:nvSpPr>
          <p:cNvPr id="25" name="">
            <a:extLst xmlns:a="http://schemas.openxmlformats.org/drawingml/2006/main">
              <a:ext uri="{FF2B5EF4-FFF2-40B4-BE49-F238E27FC236}">
                <a16:creationId xmlns:a16="http://schemas.microsoft.com/office/drawing/2014/main" id="{231C233D-5B02-4B89-B214-34CE7F83806D}"/>
              </a:ext>
            </a:extLst>
          </p:cNvPr>
          <p:cNvSpPr>
            <a:spLocks xmlns:a="http://schemas.openxmlformats.org/drawingml/2006/main" noGrp="1"/>
          </p:cNvSpPr>
          <p:nvPr/>
        </p:nvSpPr>
        <p:spPr>
          <a:xfrm xmlns:a="http://schemas.openxmlformats.org/drawingml/2006/main">
            <a:off x="666750" y="6534150"/>
            <a:ext cx="8572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C8D0DC"/>
                </a:solidFill>
                <a:latin typeface="Avenir Next"/>
                <a:ea typeface="Avenir Next"/>
                <a:cs typeface="Avenir Next"/>
              </a:defRPr>
            </a:pPr>
            <a:r>
              <a:rPr sz="638" b="0">
                <a:solidFill>
                  <a:srgbClr val="C8D0DC"/>
                </a:solidFill>
                <a:latin typeface="Avenir Next"/>
                <a:ea typeface="Avenir Next"/>
                <a:cs typeface="Avenir Next"/>
              </a:rPr>
              <a:t>Projet: Mise a niveau du parc</a:t>
            </a:r>
          </a:p>
        </p:txBody>
      </p:sp>
      <p:sp>
        <p:nvSpPr>
          <p:cNvPr id="26" name="">
            <a:extLst xmlns:a="http://schemas.openxmlformats.org/drawingml/2006/main">
              <a:ext uri="{FF2B5EF4-FFF2-40B4-BE49-F238E27FC236}">
                <a16:creationId xmlns:a16="http://schemas.microsoft.com/office/drawing/2014/main" id="{665E158A-F4EC-4AA6-9A80-D2097B919A22}"/>
              </a:ext>
            </a:extLst>
          </p:cNvPr>
          <p:cNvSpPr>
            <a:spLocks xmlns:a="http://schemas.openxmlformats.org/drawingml/2006/main" noGrp="1"/>
          </p:cNvSpPr>
          <p:nvPr/>
        </p:nvSpPr>
        <p:spPr>
          <a:xfrm xmlns:a="http://schemas.openxmlformats.org/drawingml/2006/main">
            <a:off x="11049000" y="6496050"/>
            <a:ext cx="4762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825" b="1">
                <a:solidFill>
                  <a:srgbClr val="C8D0DC"/>
                </a:solidFill>
                <a:latin typeface="Avenir Next"/>
                <a:ea typeface="Avenir Next"/>
                <a:cs typeface="Avenir Next"/>
              </a:defRPr>
            </a:pPr>
            <a:r>
              <a:rPr sz="825" b="1">
                <a:solidFill>
                  <a:srgbClr val="C8D0DC"/>
                </a:solidFill>
                <a:latin typeface="Avenir Next"/>
                <a:ea typeface="Avenir Next"/>
                <a:cs typeface="Avenir Next"/>
              </a:rPr>
              <a:t>08</a:t>
            </a:r>
          </a:p>
        </p:txBody>
      </p:sp>
    </p:spTree>
    <p:extLst>
      <p:ext uri="{BB962C8B-B14F-4D97-AF65-F5344CB8AC3E}">
        <p14:creationId xmlns:p14="http://schemas.microsoft.com/office/powerpoint/2010/main" val="47361347"/>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6007FD8-7ED5-42F3-A134-8759A873C1D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41922"/>
          </a:solidFill>
          <a:ln xmlns:a="http://schemas.openxmlformats.org/drawingml/2006/main" w="0">
            <a:solidFill>
              <a:srgbClr val="141922"/>
            </a:solidFill>
            <a:prstDash val="solid"/>
          </a:ln>
        </p:spPr>
      </p:sp>
      <p:sp>
        <p:nvSpPr>
          <p:cNvPr id="2" name="">
            <a:extLst xmlns:a="http://schemas.openxmlformats.org/drawingml/2006/main">
              <a:ext uri="{FF2B5EF4-FFF2-40B4-BE49-F238E27FC236}">
                <a16:creationId xmlns:a16="http://schemas.microsoft.com/office/drawing/2014/main" id="{1418AD78-47C8-4DE4-929B-977412881C8B}"/>
              </a:ext>
            </a:extLst>
          </p:cNvPr>
          <p:cNvSpPr>
            <a:spLocks xmlns:a="http://schemas.openxmlformats.org/drawingml/2006/main" noGrp="1"/>
          </p:cNvSpPr>
          <p:nvPr/>
        </p:nvSpPr>
        <p:spPr>
          <a:xfrm xmlns:a="http://schemas.openxmlformats.org/drawingml/2006/main">
            <a:off x="-857250" y="-1428750"/>
            <a:ext cx="4953000" cy="4953000"/>
          </a:xfrm>
          <a:prstGeom xmlns:a="http://schemas.openxmlformats.org/drawingml/2006/main" prst="ellipse">
            <a:avLst/>
          </a:prstGeom>
          <a:solidFill xmlns:a="http://schemas.openxmlformats.org/drawingml/2006/main">
            <a:srgbClr val="6AA3FF">
              <a:alpha val="8627"/>
            </a:srgbClr>
          </a:solidFill>
          <a:ln xmlns:a="http://schemas.openxmlformats.org/drawingml/2006/main" w="0">
            <a:solidFill>
              <a:srgbClr val="6AA3FF">
                <a:alpha val="0"/>
              </a:srgbClr>
            </a:solidFill>
            <a:prstDash val="solid"/>
          </a:ln>
        </p:spPr>
      </p:sp>
      <p:sp>
        <p:nvSpPr>
          <p:cNvPr id="3" name="">
            <a:extLst xmlns:a="http://schemas.openxmlformats.org/drawingml/2006/main">
              <a:ext uri="{FF2B5EF4-FFF2-40B4-BE49-F238E27FC236}">
                <a16:creationId xmlns:a16="http://schemas.microsoft.com/office/drawing/2014/main" id="{0E46A673-753D-46F8-BDF0-85774E4769B4}"/>
              </a:ext>
            </a:extLst>
          </p:cNvPr>
          <p:cNvSpPr>
            <a:spLocks xmlns:a="http://schemas.openxmlformats.org/drawingml/2006/main" noGrp="1"/>
          </p:cNvSpPr>
          <p:nvPr/>
        </p:nvSpPr>
        <p:spPr>
          <a:xfrm xmlns:a="http://schemas.openxmlformats.org/drawingml/2006/main">
            <a:off x="8953500" y="-1143000"/>
            <a:ext cx="4000500" cy="4000500"/>
          </a:xfrm>
          <a:prstGeom xmlns:a="http://schemas.openxmlformats.org/drawingml/2006/main" prst="ellipse">
            <a:avLst/>
          </a:prstGeom>
          <a:solidFill xmlns:a="http://schemas.openxmlformats.org/drawingml/2006/main">
            <a:srgbClr val="8AB6FF">
              <a:alpha val="6275"/>
            </a:srgbClr>
          </a:solidFill>
          <a:ln xmlns:a="http://schemas.openxmlformats.org/drawingml/2006/main" w="0">
            <a:solidFill>
              <a:srgbClr val="8AB6FF">
                <a:alpha val="0"/>
              </a:srgbClr>
            </a:solidFill>
            <a:prstDash val="solid"/>
          </a:ln>
        </p:spPr>
      </p:sp>
      <p:sp>
        <p:nvSpPr>
          <p:cNvPr id="4" name="">
            <a:extLst xmlns:a="http://schemas.openxmlformats.org/drawingml/2006/main">
              <a:ext uri="{FF2B5EF4-FFF2-40B4-BE49-F238E27FC236}">
                <a16:creationId xmlns:a16="http://schemas.microsoft.com/office/drawing/2014/main" id="{FE17F47F-3313-48DB-9E21-EEE0C0C10F4C}"/>
              </a:ext>
            </a:extLst>
          </p:cNvPr>
          <p:cNvSpPr>
            <a:spLocks xmlns:a="http://schemas.openxmlformats.org/drawingml/2006/main" noGrp="1"/>
          </p:cNvSpPr>
          <p:nvPr/>
        </p:nvSpPr>
        <p:spPr>
          <a:xfrm xmlns:a="http://schemas.openxmlformats.org/drawingml/2006/main">
            <a:off x="8763000" y="4476750"/>
            <a:ext cx="3429000" cy="2476500"/>
          </a:xfrm>
          <a:prstGeom xmlns:a="http://schemas.openxmlformats.org/drawingml/2006/main" prst="ellipse">
            <a:avLst/>
          </a:prstGeom>
          <a:solidFill xmlns:a="http://schemas.openxmlformats.org/drawingml/2006/main">
            <a:srgbClr val="6AA3FF">
              <a:alpha val="6275"/>
            </a:srgbClr>
          </a:solidFill>
          <a:ln xmlns:a="http://schemas.openxmlformats.org/drawingml/2006/main" w="0">
            <a:solidFill>
              <a:srgbClr val="6AA3FF">
                <a:alpha val="0"/>
              </a:srgbClr>
            </a:solidFill>
            <a:prstDash val="solid"/>
          </a:ln>
        </p:spPr>
      </p:sp>
      <p:sp>
        <p:nvSpPr>
          <p:cNvPr id="5" name="">
            <a:extLst xmlns:a="http://schemas.openxmlformats.org/drawingml/2006/main">
              <a:ext uri="{FF2B5EF4-FFF2-40B4-BE49-F238E27FC236}">
                <a16:creationId xmlns:a16="http://schemas.microsoft.com/office/drawing/2014/main" id="{25FF6C3A-5DFC-473E-9B86-7AC8DCC6B0AA}"/>
              </a:ext>
            </a:extLst>
          </p:cNvPr>
          <p:cNvSpPr>
            <a:spLocks xmlns:a="http://schemas.openxmlformats.org/drawingml/2006/main" noGrp="1"/>
          </p:cNvSpPr>
          <p:nvPr/>
        </p:nvSpPr>
        <p:spPr>
          <a:xfrm xmlns:a="http://schemas.openxmlformats.org/drawingml/2006/main">
            <a:off x="666750" y="476250"/>
            <a:ext cx="4381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6AA3FF"/>
                </a:solidFill>
                <a:latin typeface="Avenir Next"/>
                <a:ea typeface="Avenir Next"/>
                <a:cs typeface="Avenir Next"/>
              </a:defRPr>
            </a:pPr>
            <a:r>
              <a:rPr sz="750" b="1">
                <a:solidFill>
                  <a:srgbClr val="6AA3FF"/>
                </a:solidFill>
                <a:latin typeface="Avenir Next"/>
                <a:ea typeface="Avenir Next"/>
                <a:cs typeface="Avenir Next"/>
              </a:rPr>
              <a:t>PROJET 5</a:t>
            </a:r>
          </a:p>
        </p:txBody>
      </p:sp>
      <p:sp>
        <p:nvSpPr>
          <p:cNvPr id="6" name="">
            <a:extLst xmlns:a="http://schemas.openxmlformats.org/drawingml/2006/main">
              <a:ext uri="{FF2B5EF4-FFF2-40B4-BE49-F238E27FC236}">
                <a16:creationId xmlns:a16="http://schemas.microsoft.com/office/drawing/2014/main" id="{9BFA312A-7915-4787-A26A-1A1DAF53695F}"/>
              </a:ext>
            </a:extLst>
          </p:cNvPr>
          <p:cNvSpPr>
            <a:spLocks xmlns:a="http://schemas.openxmlformats.org/drawingml/2006/main" noGrp="1"/>
          </p:cNvSpPr>
          <p:nvPr/>
        </p:nvSpPr>
        <p:spPr>
          <a:xfrm xmlns:a="http://schemas.openxmlformats.org/drawingml/2006/main">
            <a:off x="666750" y="742950"/>
            <a:ext cx="72390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75" b="1">
                <a:solidFill>
                  <a:srgbClr val="F5F6F8"/>
                </a:solidFill>
                <a:latin typeface="Avenir Next"/>
                <a:ea typeface="Avenir Next"/>
                <a:cs typeface="Avenir Next"/>
              </a:defRPr>
            </a:pPr>
            <a:r>
              <a:rPr sz="2175" b="1">
                <a:solidFill>
                  <a:srgbClr val="F5F6F8"/>
                </a:solidFill>
                <a:latin typeface="Avenir Next"/>
                <a:ea typeface="Avenir Next"/>
                <a:cs typeface="Avenir Next"/>
              </a:rPr>
              <a:t>Deploiement de Windows 11</a:t>
            </a:r>
          </a:p>
        </p:txBody>
      </p:sp>
      <p:sp>
        <p:nvSpPr>
          <p:cNvPr id="7" name="">
            <a:extLst xmlns:a="http://schemas.openxmlformats.org/drawingml/2006/main">
              <a:ext uri="{FF2B5EF4-FFF2-40B4-BE49-F238E27FC236}">
                <a16:creationId xmlns:a16="http://schemas.microsoft.com/office/drawing/2014/main" id="{0F9B3035-1521-4DF1-B9B4-63F980C0B76F}"/>
              </a:ext>
            </a:extLst>
          </p:cNvPr>
          <p:cNvSpPr>
            <a:spLocks xmlns:a="http://schemas.openxmlformats.org/drawingml/2006/main" noGrp="1"/>
          </p:cNvSpPr>
          <p:nvPr/>
        </p:nvSpPr>
        <p:spPr>
          <a:xfrm xmlns:a="http://schemas.openxmlformats.org/drawingml/2006/main">
            <a:off x="666750" y="1295400"/>
            <a:ext cx="74295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0">
                <a:solidFill>
                  <a:srgbClr val="C8D0DC"/>
                </a:solidFill>
                <a:latin typeface="Avenir Next"/>
                <a:ea typeface="Avenir Next"/>
                <a:cs typeface="Avenir Next"/>
              </a:defRPr>
            </a:pPr>
            <a:r>
              <a:rPr sz="1013" b="0">
                <a:solidFill>
                  <a:srgbClr val="C8D0DC"/>
                </a:solidFill>
                <a:latin typeface="Avenir Next"/>
                <a:ea typeface="Avenir Next"/>
                <a:cs typeface="Avenir Next"/>
              </a:rPr>
              <a:t>Deploiement multi-postes pour obtenir un environnement homogene, stable et securise.</a:t>
            </a:r>
          </a:p>
        </p:txBody>
      </p:sp>
      <p:sp>
        <p:nvSpPr>
          <p:cNvPr id="8" name="">
            <a:extLst xmlns:a="http://schemas.openxmlformats.org/drawingml/2006/main">
              <a:ext uri="{FF2B5EF4-FFF2-40B4-BE49-F238E27FC236}">
                <a16:creationId xmlns:a16="http://schemas.microsoft.com/office/drawing/2014/main" id="{57CAD552-9B34-46D8-95B8-9088FDA8E9DE}"/>
              </a:ext>
            </a:extLst>
          </p:cNvPr>
          <p:cNvSpPr>
            <a:spLocks xmlns:a="http://schemas.openxmlformats.org/drawingml/2006/main" noGrp="1"/>
          </p:cNvSpPr>
          <p:nvPr/>
        </p:nvSpPr>
        <p:spPr>
          <a:xfrm xmlns:a="http://schemas.openxmlformats.org/drawingml/2006/main">
            <a:off x="666750" y="2057400"/>
            <a:ext cx="4762500" cy="3238500"/>
          </a:xfrm>
          <a:prstGeom xmlns:a="http://schemas.openxmlformats.org/drawingml/2006/main" prst="roundRect">
            <a:avLst>
              <a:gd name="adj" fmla="val 2353"/>
            </a:avLst>
          </a:prstGeom>
          <a:solidFill xmlns:a="http://schemas.openxmlformats.org/drawingml/2006/main">
            <a:srgbClr val="1C2532"/>
          </a:solidFill>
          <a:ln xmlns:a="http://schemas.openxmlformats.org/drawingml/2006/main" w="9525">
            <a:solidFill>
              <a:srgbClr val="34445A"/>
            </a:solidFill>
            <a:prstDash val="solid"/>
          </a:ln>
        </p:spPr>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b7f1e2e23e9a488b"/>
          <a:stretch xmlns:a="http://schemas.openxmlformats.org/drawingml/2006/main"/>
        </p:blipFill>
        <p:spPr>
          <a:xfrm xmlns:a="http://schemas.openxmlformats.org/drawingml/2006/main">
            <a:off x="2120900" y="2286000"/>
            <a:ext cx="1854200" cy="278130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14C9FFC9-CAE7-4BB7-8FE3-633FB8367FE2}"/>
              </a:ext>
            </a:extLst>
          </p:cNvPr>
          <p:cNvSpPr>
            <a:spLocks xmlns:a="http://schemas.openxmlformats.org/drawingml/2006/main" noGrp="1"/>
          </p:cNvSpPr>
          <p:nvPr/>
        </p:nvSpPr>
        <p:spPr>
          <a:xfrm xmlns:a="http://schemas.openxmlformats.org/drawingml/2006/main">
            <a:off x="5829300" y="2057400"/>
            <a:ext cx="5695950" cy="3238500"/>
          </a:xfrm>
          <a:prstGeom xmlns:a="http://schemas.openxmlformats.org/drawingml/2006/main" prst="roundRect">
            <a:avLst>
              <a:gd name="adj" fmla="val 2353"/>
            </a:avLst>
          </a:prstGeom>
          <a:solidFill xmlns:a="http://schemas.openxmlformats.org/drawingml/2006/main">
            <a:srgbClr val="1B2431"/>
          </a:solidFill>
          <a:ln xmlns:a="http://schemas.openxmlformats.org/drawingml/2006/main" w="9525">
            <a:solidFill>
              <a:srgbClr val="34445A"/>
            </a:solidFill>
            <a:prstDash val="solid"/>
          </a:ln>
        </p:spPr>
      </p:sp>
      <p:sp>
        <p:nvSpPr>
          <p:cNvPr id="11" name="">
            <a:extLst xmlns:a="http://schemas.openxmlformats.org/drawingml/2006/main">
              <a:ext uri="{FF2B5EF4-FFF2-40B4-BE49-F238E27FC236}">
                <a16:creationId xmlns:a16="http://schemas.microsoft.com/office/drawing/2014/main" id="{51855F67-D0FD-4AD6-B4A6-6AA4FE984F9B}"/>
              </a:ext>
            </a:extLst>
          </p:cNvPr>
          <p:cNvSpPr>
            <a:spLocks xmlns:a="http://schemas.openxmlformats.org/drawingml/2006/main" noGrp="1"/>
          </p:cNvSpPr>
          <p:nvPr/>
        </p:nvSpPr>
        <p:spPr>
          <a:xfrm xmlns:a="http://schemas.openxmlformats.org/drawingml/2006/main">
            <a:off x="6096000" y="2324100"/>
            <a:ext cx="990600" cy="228600"/>
          </a:xfrm>
          <a:prstGeom xmlns:a="http://schemas.openxmlformats.org/drawingml/2006/main" prst="roundRect">
            <a:avLst>
              <a:gd name="adj" fmla="val 33333"/>
            </a:avLst>
          </a:prstGeom>
          <a:solidFill xmlns:a="http://schemas.openxmlformats.org/drawingml/2006/main">
            <a:srgbClr val="294664"/>
          </a:solidFill>
          <a:ln xmlns:a="http://schemas.openxmlformats.org/drawingml/2006/main" w="9525">
            <a:solidFill>
              <a:srgbClr val="55749D"/>
            </a:solidFill>
            <a:prstDash val="solid"/>
          </a:ln>
        </p:spPr>
      </p:sp>
      <p:sp>
        <p:nvSpPr>
          <p:cNvPr id="12" name="">
            <a:extLst xmlns:a="http://schemas.openxmlformats.org/drawingml/2006/main">
              <a:ext uri="{FF2B5EF4-FFF2-40B4-BE49-F238E27FC236}">
                <a16:creationId xmlns:a16="http://schemas.microsoft.com/office/drawing/2014/main" id="{EE539B70-0E31-4766-A135-55A1008C8343}"/>
              </a:ext>
            </a:extLst>
          </p:cNvPr>
          <p:cNvSpPr>
            <a:spLocks xmlns:a="http://schemas.openxmlformats.org/drawingml/2006/main" noGrp="1"/>
          </p:cNvSpPr>
          <p:nvPr/>
        </p:nvSpPr>
        <p:spPr>
          <a:xfrm xmlns:a="http://schemas.openxmlformats.org/drawingml/2006/main">
            <a:off x="6210300" y="2390775"/>
            <a:ext cx="7620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75" b="1">
                <a:solidFill>
                  <a:srgbClr val="EAF0F9"/>
                </a:solidFill>
                <a:latin typeface="Avenir Next"/>
                <a:ea typeface="Avenir Next"/>
                <a:cs typeface="Avenir Next"/>
              </a:defRPr>
            </a:pPr>
            <a:r>
              <a:rPr sz="675" b="1">
                <a:solidFill>
                  <a:srgbClr val="EAF0F9"/>
                </a:solidFill>
                <a:latin typeface="Avenir Next"/>
                <a:ea typeface="Avenir Next"/>
                <a:cs typeface="Avenir Next"/>
              </a:rPr>
              <a:t>Entreprise</a:t>
            </a:r>
          </a:p>
        </p:txBody>
      </p:sp>
      <p:sp>
        <p:nvSpPr>
          <p:cNvPr id="13" name="">
            <a:extLst xmlns:a="http://schemas.openxmlformats.org/drawingml/2006/main">
              <a:ext uri="{FF2B5EF4-FFF2-40B4-BE49-F238E27FC236}">
                <a16:creationId xmlns:a16="http://schemas.microsoft.com/office/drawing/2014/main" id="{9A253B27-83EF-4FF2-B58C-B05F3E8C8EC9}"/>
              </a:ext>
            </a:extLst>
          </p:cNvPr>
          <p:cNvSpPr>
            <a:spLocks xmlns:a="http://schemas.openxmlformats.org/drawingml/2006/main" noGrp="1"/>
          </p:cNvSpPr>
          <p:nvPr/>
        </p:nvSpPr>
        <p:spPr>
          <a:xfrm xmlns:a="http://schemas.openxmlformats.org/drawingml/2006/main">
            <a:off x="6096000" y="2743200"/>
            <a:ext cx="2190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F5F6F8"/>
                </a:solidFill>
                <a:latin typeface="Avenir Next"/>
                <a:ea typeface="Avenir Next"/>
                <a:cs typeface="Avenir Next"/>
              </a:defRPr>
            </a:pPr>
            <a:r>
              <a:rPr sz="1050" b="1">
                <a:solidFill>
                  <a:srgbClr val="F5F6F8"/>
                </a:solidFill>
                <a:latin typeface="Avenir Next"/>
                <a:ea typeface="Avenir Next"/>
                <a:cs typeface="Avenir Next"/>
              </a:rPr>
              <a:t>Objectifs et realisations</a:t>
            </a:r>
          </a:p>
        </p:txBody>
      </p:sp>
      <p:sp>
        <p:nvSpPr>
          <p:cNvPr id="14" name="">
            <a:extLst xmlns:a="http://schemas.openxmlformats.org/drawingml/2006/main">
              <a:ext uri="{FF2B5EF4-FFF2-40B4-BE49-F238E27FC236}">
                <a16:creationId xmlns:a16="http://schemas.microsoft.com/office/drawing/2014/main" id="{7E112051-4BFC-464F-B954-51AAFC14F200}"/>
              </a:ext>
            </a:extLst>
          </p:cNvPr>
          <p:cNvSpPr>
            <a:spLocks xmlns:a="http://schemas.openxmlformats.org/drawingml/2006/main" noGrp="1"/>
          </p:cNvSpPr>
          <p:nvPr/>
        </p:nvSpPr>
        <p:spPr>
          <a:xfrm xmlns:a="http://schemas.openxmlformats.org/drawingml/2006/main">
            <a:off x="6096000" y="3143250"/>
            <a:ext cx="66675" cy="66675"/>
          </a:xfrm>
          <a:prstGeom xmlns:a="http://schemas.openxmlformats.org/drawingml/2006/main" prst="ellipse">
            <a:avLst/>
          </a:prstGeom>
          <a:solidFill xmlns:a="http://schemas.openxmlformats.org/drawingml/2006/main">
            <a:srgbClr val="6AA3FF"/>
          </a:solidFill>
          <a:ln xmlns:a="http://schemas.openxmlformats.org/drawingml/2006/main" w="0">
            <a:solidFill>
              <a:srgbClr val="6AA3FF"/>
            </a:solidFill>
            <a:prstDash val="solid"/>
          </a:ln>
        </p:spPr>
      </p:sp>
      <p:sp>
        <p:nvSpPr>
          <p:cNvPr id="15" name="">
            <a:extLst xmlns:a="http://schemas.openxmlformats.org/drawingml/2006/main">
              <a:ext uri="{FF2B5EF4-FFF2-40B4-BE49-F238E27FC236}">
                <a16:creationId xmlns:a16="http://schemas.microsoft.com/office/drawing/2014/main" id="{DFB0766C-0A39-4EA7-B5E5-81C77A313D4C}"/>
              </a:ext>
            </a:extLst>
          </p:cNvPr>
          <p:cNvSpPr>
            <a:spLocks xmlns:a="http://schemas.openxmlformats.org/drawingml/2006/main" noGrp="1"/>
          </p:cNvSpPr>
          <p:nvPr/>
        </p:nvSpPr>
        <p:spPr>
          <a:xfrm xmlns:a="http://schemas.openxmlformats.org/drawingml/2006/main">
            <a:off x="6267450" y="3067050"/>
            <a:ext cx="47815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EAF0F9"/>
                </a:solidFill>
                <a:latin typeface="Avenir Next"/>
                <a:ea typeface="Avenir Next"/>
                <a:cs typeface="Avenir Next"/>
              </a:defRPr>
            </a:pPr>
            <a:r>
              <a:rPr sz="975" b="0">
                <a:solidFill>
                  <a:srgbClr val="EAF0F9"/>
                </a:solidFill>
                <a:latin typeface="Avenir Next"/>
                <a:ea typeface="Avenir Next"/>
                <a:cs typeface="Avenir Next"/>
              </a:rPr>
              <a:t>Preparation et standardisation des postes</a:t>
            </a:r>
          </a:p>
        </p:txBody>
      </p:sp>
      <p:sp>
        <p:nvSpPr>
          <p:cNvPr id="16" name="">
            <a:extLst xmlns:a="http://schemas.openxmlformats.org/drawingml/2006/main">
              <a:ext uri="{FF2B5EF4-FFF2-40B4-BE49-F238E27FC236}">
                <a16:creationId xmlns:a16="http://schemas.microsoft.com/office/drawing/2014/main" id="{D3DA9703-FEBD-4B6A-8E2D-BB1E30D2B8B2}"/>
              </a:ext>
            </a:extLst>
          </p:cNvPr>
          <p:cNvSpPr>
            <a:spLocks xmlns:a="http://schemas.openxmlformats.org/drawingml/2006/main" noGrp="1"/>
          </p:cNvSpPr>
          <p:nvPr/>
        </p:nvSpPr>
        <p:spPr>
          <a:xfrm xmlns:a="http://schemas.openxmlformats.org/drawingml/2006/main">
            <a:off x="6096000" y="3486150"/>
            <a:ext cx="66675" cy="66675"/>
          </a:xfrm>
          <a:prstGeom xmlns:a="http://schemas.openxmlformats.org/drawingml/2006/main" prst="ellipse">
            <a:avLst/>
          </a:prstGeom>
          <a:solidFill xmlns:a="http://schemas.openxmlformats.org/drawingml/2006/main">
            <a:srgbClr val="6AA3FF"/>
          </a:solidFill>
          <a:ln xmlns:a="http://schemas.openxmlformats.org/drawingml/2006/main" w="0">
            <a:solidFill>
              <a:srgbClr val="6AA3FF"/>
            </a:solidFill>
            <a:prstDash val="solid"/>
          </a:ln>
        </p:spPr>
      </p:sp>
      <p:sp>
        <p:nvSpPr>
          <p:cNvPr id="17" name="">
            <a:extLst xmlns:a="http://schemas.openxmlformats.org/drawingml/2006/main">
              <a:ext uri="{FF2B5EF4-FFF2-40B4-BE49-F238E27FC236}">
                <a16:creationId xmlns:a16="http://schemas.microsoft.com/office/drawing/2014/main" id="{14A5FC1B-60BA-4AB0-8493-C720A8C250F8}"/>
              </a:ext>
            </a:extLst>
          </p:cNvPr>
          <p:cNvSpPr>
            <a:spLocks xmlns:a="http://schemas.openxmlformats.org/drawingml/2006/main" noGrp="1"/>
          </p:cNvSpPr>
          <p:nvPr/>
        </p:nvSpPr>
        <p:spPr>
          <a:xfrm xmlns:a="http://schemas.openxmlformats.org/drawingml/2006/main">
            <a:off x="6267450" y="3409950"/>
            <a:ext cx="47815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EAF0F9"/>
                </a:solidFill>
                <a:latin typeface="Avenir Next"/>
                <a:ea typeface="Avenir Next"/>
                <a:cs typeface="Avenir Next"/>
              </a:defRPr>
            </a:pPr>
            <a:r>
              <a:rPr sz="975" b="0">
                <a:solidFill>
                  <a:srgbClr val="EAF0F9"/>
                </a:solidFill>
                <a:latin typeface="Avenir Next"/>
                <a:ea typeface="Avenir Next"/>
                <a:cs typeface="Avenir Next"/>
              </a:rPr>
              <a:t>Configuration et mise a jour</a:t>
            </a:r>
          </a:p>
        </p:txBody>
      </p:sp>
      <p:sp>
        <p:nvSpPr>
          <p:cNvPr id="18" name="">
            <a:extLst xmlns:a="http://schemas.openxmlformats.org/drawingml/2006/main">
              <a:ext uri="{FF2B5EF4-FFF2-40B4-BE49-F238E27FC236}">
                <a16:creationId xmlns:a16="http://schemas.microsoft.com/office/drawing/2014/main" id="{59506F32-A5A2-45E4-A65F-648F8DE36832}"/>
              </a:ext>
            </a:extLst>
          </p:cNvPr>
          <p:cNvSpPr>
            <a:spLocks xmlns:a="http://schemas.openxmlformats.org/drawingml/2006/main" noGrp="1"/>
          </p:cNvSpPr>
          <p:nvPr/>
        </p:nvSpPr>
        <p:spPr>
          <a:xfrm xmlns:a="http://schemas.openxmlformats.org/drawingml/2006/main">
            <a:off x="6096000" y="3829050"/>
            <a:ext cx="66675" cy="66675"/>
          </a:xfrm>
          <a:prstGeom xmlns:a="http://schemas.openxmlformats.org/drawingml/2006/main" prst="ellipse">
            <a:avLst/>
          </a:prstGeom>
          <a:solidFill xmlns:a="http://schemas.openxmlformats.org/drawingml/2006/main">
            <a:srgbClr val="6AA3FF"/>
          </a:solidFill>
          <a:ln xmlns:a="http://schemas.openxmlformats.org/drawingml/2006/main" w="0">
            <a:solidFill>
              <a:srgbClr val="6AA3FF"/>
            </a:solidFill>
            <a:prstDash val="solid"/>
          </a:ln>
        </p:spPr>
      </p:sp>
      <p:sp>
        <p:nvSpPr>
          <p:cNvPr id="19" name="">
            <a:extLst xmlns:a="http://schemas.openxmlformats.org/drawingml/2006/main">
              <a:ext uri="{FF2B5EF4-FFF2-40B4-BE49-F238E27FC236}">
                <a16:creationId xmlns:a16="http://schemas.microsoft.com/office/drawing/2014/main" id="{3E4E1404-510F-4CAD-AA7C-58B8CA3FFD6E}"/>
              </a:ext>
            </a:extLst>
          </p:cNvPr>
          <p:cNvSpPr>
            <a:spLocks xmlns:a="http://schemas.openxmlformats.org/drawingml/2006/main" noGrp="1"/>
          </p:cNvSpPr>
          <p:nvPr/>
        </p:nvSpPr>
        <p:spPr>
          <a:xfrm xmlns:a="http://schemas.openxmlformats.org/drawingml/2006/main">
            <a:off x="6267450" y="3752850"/>
            <a:ext cx="47815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EAF0F9"/>
                </a:solidFill>
                <a:latin typeface="Avenir Next"/>
                <a:ea typeface="Avenir Next"/>
                <a:cs typeface="Avenir Next"/>
              </a:defRPr>
            </a:pPr>
            <a:r>
              <a:rPr sz="975" b="0">
                <a:solidFill>
                  <a:srgbClr val="EAF0F9"/>
                </a:solidFill>
                <a:latin typeface="Avenir Next"/>
                <a:ea typeface="Avenir Next"/>
                <a:cs typeface="Avenir Next"/>
              </a:rPr>
              <a:t>Procedure de deploiement documentee</a:t>
            </a:r>
          </a:p>
        </p:txBody>
      </p:sp>
      <p:sp>
        <p:nvSpPr>
          <p:cNvPr id="20" name="">
            <a:extLst xmlns:a="http://schemas.openxmlformats.org/drawingml/2006/main">
              <a:ext uri="{FF2B5EF4-FFF2-40B4-BE49-F238E27FC236}">
                <a16:creationId xmlns:a16="http://schemas.microsoft.com/office/drawing/2014/main" id="{8EF301D4-F08F-4064-B8C8-4750C39E7171}"/>
              </a:ext>
            </a:extLst>
          </p:cNvPr>
          <p:cNvSpPr>
            <a:spLocks xmlns:a="http://schemas.openxmlformats.org/drawingml/2006/main" noGrp="1"/>
          </p:cNvSpPr>
          <p:nvPr/>
        </p:nvSpPr>
        <p:spPr>
          <a:xfrm xmlns:a="http://schemas.openxmlformats.org/drawingml/2006/main">
            <a:off x="6096000" y="4248150"/>
            <a:ext cx="1524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6AA3FF"/>
                </a:solidFill>
                <a:latin typeface="Avenir Next"/>
                <a:ea typeface="Avenir Next"/>
                <a:cs typeface="Avenir Next"/>
              </a:defRPr>
            </a:pPr>
            <a:r>
              <a:rPr sz="900" b="1">
                <a:solidFill>
                  <a:srgbClr val="6AA3FF"/>
                </a:solidFill>
                <a:latin typeface="Avenir Next"/>
                <a:ea typeface="Avenir Next"/>
                <a:cs typeface="Avenir Next"/>
              </a:rPr>
              <a:t>Technologies</a:t>
            </a:r>
          </a:p>
        </p:txBody>
      </p:sp>
      <p:sp>
        <p:nvSpPr>
          <p:cNvPr id="21" name="">
            <a:extLst xmlns:a="http://schemas.openxmlformats.org/drawingml/2006/main">
              <a:ext uri="{FF2B5EF4-FFF2-40B4-BE49-F238E27FC236}">
                <a16:creationId xmlns:a16="http://schemas.microsoft.com/office/drawing/2014/main" id="{5ADA22BC-8D89-4B06-B4FC-49F179660C93}"/>
              </a:ext>
            </a:extLst>
          </p:cNvPr>
          <p:cNvSpPr>
            <a:spLocks xmlns:a="http://schemas.openxmlformats.org/drawingml/2006/main" noGrp="1"/>
          </p:cNvSpPr>
          <p:nvPr/>
        </p:nvSpPr>
        <p:spPr>
          <a:xfrm xmlns:a="http://schemas.openxmlformats.org/drawingml/2006/main">
            <a:off x="6096000" y="4495800"/>
            <a:ext cx="4762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C8D0DC"/>
                </a:solidFill>
                <a:latin typeface="Avenir Next"/>
                <a:ea typeface="Avenir Next"/>
                <a:cs typeface="Avenir Next"/>
              </a:defRPr>
            </a:pPr>
            <a:r>
              <a:rPr sz="900" b="0">
                <a:solidFill>
                  <a:srgbClr val="C8D0DC"/>
                </a:solidFill>
                <a:latin typeface="Avenir Next"/>
                <a:ea typeface="Avenir Next"/>
                <a:cs typeface="Avenir Next"/>
              </a:rPr>
              <a:t>Windows 11 • Deploiement • Standardisation • Securisation</a:t>
            </a:r>
          </a:p>
        </p:txBody>
      </p:sp>
      <p:sp>
        <p:nvSpPr>
          <p:cNvPr id="22" name="">
            <a:extLst xmlns:a="http://schemas.openxmlformats.org/drawingml/2006/main">
              <a:ext uri="{FF2B5EF4-FFF2-40B4-BE49-F238E27FC236}">
                <a16:creationId xmlns:a16="http://schemas.microsoft.com/office/drawing/2014/main" id="{19CB29C2-0EFA-4307-A7AE-DEBCED3BD3FB}"/>
              </a:ext>
            </a:extLst>
          </p:cNvPr>
          <p:cNvSpPr>
            <a:spLocks xmlns:a="http://schemas.openxmlformats.org/drawingml/2006/main" noGrp="1"/>
          </p:cNvSpPr>
          <p:nvPr/>
        </p:nvSpPr>
        <p:spPr>
          <a:xfrm xmlns:a="http://schemas.openxmlformats.org/drawingml/2006/main">
            <a:off x="6096000" y="4857750"/>
            <a:ext cx="1143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6AA3FF"/>
                </a:solidFill>
                <a:latin typeface="Avenir Next"/>
                <a:ea typeface="Avenir Next"/>
                <a:cs typeface="Avenir Next"/>
              </a:defRPr>
            </a:pPr>
            <a:r>
              <a:rPr sz="900" b="1">
                <a:solidFill>
                  <a:srgbClr val="6AA3FF"/>
                </a:solidFill>
                <a:latin typeface="Avenir Next"/>
                <a:ea typeface="Avenir Next"/>
                <a:cs typeface="Avenir Next"/>
              </a:rPr>
              <a:t>Livrables</a:t>
            </a:r>
          </a:p>
        </p:txBody>
      </p:sp>
      <p:sp>
        <p:nvSpPr>
          <p:cNvPr id="23" name="">
            <a:extLst xmlns:a="http://schemas.openxmlformats.org/drawingml/2006/main">
              <a:ext uri="{FF2B5EF4-FFF2-40B4-BE49-F238E27FC236}">
                <a16:creationId xmlns:a16="http://schemas.microsoft.com/office/drawing/2014/main" id="{FF12BFCC-9C55-4498-8F1C-1268C7009DC7}"/>
              </a:ext>
            </a:extLst>
          </p:cNvPr>
          <p:cNvSpPr>
            <a:spLocks xmlns:a="http://schemas.openxmlformats.org/drawingml/2006/main" noGrp="1"/>
          </p:cNvSpPr>
          <p:nvPr/>
        </p:nvSpPr>
        <p:spPr>
          <a:xfrm xmlns:a="http://schemas.openxmlformats.org/drawingml/2006/main">
            <a:off x="6096000" y="5105400"/>
            <a:ext cx="2095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C8D0DC"/>
                </a:solidFill>
                <a:latin typeface="Avenir Next"/>
                <a:ea typeface="Avenir Next"/>
                <a:cs typeface="Avenir Next"/>
              </a:defRPr>
            </a:pPr>
            <a:r>
              <a:rPr sz="900" b="0">
                <a:solidFill>
                  <a:srgbClr val="C8D0DC"/>
                </a:solidFill>
                <a:latin typeface="Avenir Next"/>
                <a:ea typeface="Avenir Next"/>
                <a:cs typeface="Avenir Next"/>
              </a:rPr>
              <a:t>1 dossier technique + 1 procedure</a:t>
            </a:r>
          </a:p>
        </p:txBody>
      </p:sp>
      <p:sp>
        <p:nvSpPr>
          <p:cNvPr id="24" name="">
            <a:extLst xmlns:a="http://schemas.openxmlformats.org/drawingml/2006/main">
              <a:ext uri="{FF2B5EF4-FFF2-40B4-BE49-F238E27FC236}">
                <a16:creationId xmlns:a16="http://schemas.microsoft.com/office/drawing/2014/main" id="{0294DFBC-8C1F-495C-9333-B0A8238F0084}"/>
              </a:ext>
            </a:extLst>
          </p:cNvPr>
          <p:cNvSpPr>
            <a:spLocks xmlns:a="http://schemas.openxmlformats.org/drawingml/2006/main" noGrp="1"/>
          </p:cNvSpPr>
          <p:nvPr/>
        </p:nvSpPr>
        <p:spPr>
          <a:xfrm xmlns:a="http://schemas.openxmlformats.org/drawingml/2006/main">
            <a:off x="666750" y="6438900"/>
            <a:ext cx="10858500" cy="9525"/>
          </a:xfrm>
          <a:prstGeom xmlns:a="http://schemas.openxmlformats.org/drawingml/2006/main" prst="rect">
            <a:avLst/>
          </a:prstGeom>
          <a:solidFill xmlns:a="http://schemas.openxmlformats.org/drawingml/2006/main">
            <a:srgbClr val="3A475C">
              <a:alpha val="66667"/>
            </a:srgbClr>
          </a:solidFill>
          <a:ln xmlns:a="http://schemas.openxmlformats.org/drawingml/2006/main" w="0">
            <a:solidFill>
              <a:srgbClr val="3A475C">
                <a:alpha val="66667"/>
              </a:srgbClr>
            </a:solidFill>
            <a:prstDash val="solid"/>
          </a:ln>
        </p:spPr>
      </p:sp>
      <p:sp>
        <p:nvSpPr>
          <p:cNvPr id="25" name="">
            <a:extLst xmlns:a="http://schemas.openxmlformats.org/drawingml/2006/main">
              <a:ext uri="{FF2B5EF4-FFF2-40B4-BE49-F238E27FC236}">
                <a16:creationId xmlns:a16="http://schemas.microsoft.com/office/drawing/2014/main" id="{3EED8AC8-DD91-4801-B712-95A433225AEB}"/>
              </a:ext>
            </a:extLst>
          </p:cNvPr>
          <p:cNvSpPr>
            <a:spLocks xmlns:a="http://schemas.openxmlformats.org/drawingml/2006/main" noGrp="1"/>
          </p:cNvSpPr>
          <p:nvPr/>
        </p:nvSpPr>
        <p:spPr>
          <a:xfrm xmlns:a="http://schemas.openxmlformats.org/drawingml/2006/main">
            <a:off x="666750" y="6534150"/>
            <a:ext cx="8572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C8D0DC"/>
                </a:solidFill>
                <a:latin typeface="Avenir Next"/>
                <a:ea typeface="Avenir Next"/>
                <a:cs typeface="Avenir Next"/>
              </a:defRPr>
            </a:pPr>
            <a:r>
              <a:rPr sz="638" b="0">
                <a:solidFill>
                  <a:srgbClr val="C8D0DC"/>
                </a:solidFill>
                <a:latin typeface="Avenir Next"/>
                <a:ea typeface="Avenir Next"/>
                <a:cs typeface="Avenir Next"/>
              </a:rPr>
              <a:t>Projet: Deploiement Windows 11</a:t>
            </a:r>
          </a:p>
        </p:txBody>
      </p:sp>
      <p:sp>
        <p:nvSpPr>
          <p:cNvPr id="26" name="">
            <a:extLst xmlns:a="http://schemas.openxmlformats.org/drawingml/2006/main">
              <a:ext uri="{FF2B5EF4-FFF2-40B4-BE49-F238E27FC236}">
                <a16:creationId xmlns:a16="http://schemas.microsoft.com/office/drawing/2014/main" id="{3303C49B-AE0E-4BEF-82A6-FDE8338AA38E}"/>
              </a:ext>
            </a:extLst>
          </p:cNvPr>
          <p:cNvSpPr>
            <a:spLocks xmlns:a="http://schemas.openxmlformats.org/drawingml/2006/main" noGrp="1"/>
          </p:cNvSpPr>
          <p:nvPr/>
        </p:nvSpPr>
        <p:spPr>
          <a:xfrm xmlns:a="http://schemas.openxmlformats.org/drawingml/2006/main">
            <a:off x="11049000" y="6496050"/>
            <a:ext cx="4762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825" b="1">
                <a:solidFill>
                  <a:srgbClr val="C8D0DC"/>
                </a:solidFill>
                <a:latin typeface="Avenir Next"/>
                <a:ea typeface="Avenir Next"/>
                <a:cs typeface="Avenir Next"/>
              </a:defRPr>
            </a:pPr>
            <a:r>
              <a:rPr sz="825" b="1">
                <a:solidFill>
                  <a:srgbClr val="C8D0DC"/>
                </a:solidFill>
                <a:latin typeface="Avenir Next"/>
                <a:ea typeface="Avenir Next"/>
                <a:cs typeface="Avenir Next"/>
              </a:rPr>
              <a:t>09</a:t>
            </a:r>
          </a:p>
        </p:txBody>
      </p:sp>
    </p:spTree>
    <p:extLst>
      <p:ext uri="{BB962C8B-B14F-4D97-AF65-F5344CB8AC3E}">
        <p14:creationId xmlns:p14="http://schemas.microsoft.com/office/powerpoint/2010/main" val="105576201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723D836-F247-43B9-8AD9-ED0216A1BFA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41922"/>
          </a:solidFill>
          <a:ln xmlns:a="http://schemas.openxmlformats.org/drawingml/2006/main" w="0">
            <a:solidFill>
              <a:srgbClr val="141922"/>
            </a:solidFill>
            <a:prstDash val="solid"/>
          </a:ln>
        </p:spPr>
      </p:sp>
      <p:sp>
        <p:nvSpPr>
          <p:cNvPr id="2" name="">
            <a:extLst xmlns:a="http://schemas.openxmlformats.org/drawingml/2006/main">
              <a:ext uri="{FF2B5EF4-FFF2-40B4-BE49-F238E27FC236}">
                <a16:creationId xmlns:a16="http://schemas.microsoft.com/office/drawing/2014/main" id="{1B0BD6AD-6B5F-407D-8887-D8EBF016B00F}"/>
              </a:ext>
            </a:extLst>
          </p:cNvPr>
          <p:cNvSpPr>
            <a:spLocks xmlns:a="http://schemas.openxmlformats.org/drawingml/2006/main" noGrp="1"/>
          </p:cNvSpPr>
          <p:nvPr/>
        </p:nvSpPr>
        <p:spPr>
          <a:xfrm xmlns:a="http://schemas.openxmlformats.org/drawingml/2006/main">
            <a:off x="-857250" y="-1428750"/>
            <a:ext cx="4953000" cy="4953000"/>
          </a:xfrm>
          <a:prstGeom xmlns:a="http://schemas.openxmlformats.org/drawingml/2006/main" prst="ellipse">
            <a:avLst/>
          </a:prstGeom>
          <a:solidFill xmlns:a="http://schemas.openxmlformats.org/drawingml/2006/main">
            <a:srgbClr val="6AA3FF">
              <a:alpha val="8627"/>
            </a:srgbClr>
          </a:solidFill>
          <a:ln xmlns:a="http://schemas.openxmlformats.org/drawingml/2006/main" w="0">
            <a:solidFill>
              <a:srgbClr val="6AA3FF">
                <a:alpha val="0"/>
              </a:srgbClr>
            </a:solidFill>
            <a:prstDash val="solid"/>
          </a:ln>
        </p:spPr>
      </p:sp>
      <p:sp>
        <p:nvSpPr>
          <p:cNvPr id="3" name="">
            <a:extLst xmlns:a="http://schemas.openxmlformats.org/drawingml/2006/main">
              <a:ext uri="{FF2B5EF4-FFF2-40B4-BE49-F238E27FC236}">
                <a16:creationId xmlns:a16="http://schemas.microsoft.com/office/drawing/2014/main" id="{C6DD27B9-6BE5-4395-BC9B-D736CCB6AEC5}"/>
              </a:ext>
            </a:extLst>
          </p:cNvPr>
          <p:cNvSpPr>
            <a:spLocks xmlns:a="http://schemas.openxmlformats.org/drawingml/2006/main" noGrp="1"/>
          </p:cNvSpPr>
          <p:nvPr/>
        </p:nvSpPr>
        <p:spPr>
          <a:xfrm xmlns:a="http://schemas.openxmlformats.org/drawingml/2006/main">
            <a:off x="8953500" y="-1143000"/>
            <a:ext cx="4000500" cy="4000500"/>
          </a:xfrm>
          <a:prstGeom xmlns:a="http://schemas.openxmlformats.org/drawingml/2006/main" prst="ellipse">
            <a:avLst/>
          </a:prstGeom>
          <a:solidFill xmlns:a="http://schemas.openxmlformats.org/drawingml/2006/main">
            <a:srgbClr val="8AB6FF">
              <a:alpha val="6275"/>
            </a:srgbClr>
          </a:solidFill>
          <a:ln xmlns:a="http://schemas.openxmlformats.org/drawingml/2006/main" w="0">
            <a:solidFill>
              <a:srgbClr val="8AB6FF">
                <a:alpha val="0"/>
              </a:srgbClr>
            </a:solidFill>
            <a:prstDash val="solid"/>
          </a:ln>
        </p:spPr>
      </p:sp>
      <p:sp>
        <p:nvSpPr>
          <p:cNvPr id="4" name="">
            <a:extLst xmlns:a="http://schemas.openxmlformats.org/drawingml/2006/main">
              <a:ext uri="{FF2B5EF4-FFF2-40B4-BE49-F238E27FC236}">
                <a16:creationId xmlns:a16="http://schemas.microsoft.com/office/drawing/2014/main" id="{C27FB41F-847F-4069-9BD4-60B8B90319EA}"/>
              </a:ext>
            </a:extLst>
          </p:cNvPr>
          <p:cNvSpPr>
            <a:spLocks xmlns:a="http://schemas.openxmlformats.org/drawingml/2006/main" noGrp="1"/>
          </p:cNvSpPr>
          <p:nvPr/>
        </p:nvSpPr>
        <p:spPr>
          <a:xfrm xmlns:a="http://schemas.openxmlformats.org/drawingml/2006/main">
            <a:off x="8763000" y="4476750"/>
            <a:ext cx="3429000" cy="2476500"/>
          </a:xfrm>
          <a:prstGeom xmlns:a="http://schemas.openxmlformats.org/drawingml/2006/main" prst="ellipse">
            <a:avLst/>
          </a:prstGeom>
          <a:solidFill xmlns:a="http://schemas.openxmlformats.org/drawingml/2006/main">
            <a:srgbClr val="6AA3FF">
              <a:alpha val="6275"/>
            </a:srgbClr>
          </a:solidFill>
          <a:ln xmlns:a="http://schemas.openxmlformats.org/drawingml/2006/main" w="0">
            <a:solidFill>
              <a:srgbClr val="6AA3FF">
                <a:alpha val="0"/>
              </a:srgbClr>
            </a:solidFill>
            <a:prstDash val="solid"/>
          </a:ln>
        </p:spPr>
      </p:sp>
      <p:sp>
        <p:nvSpPr>
          <p:cNvPr id="5" name="">
            <a:extLst xmlns:a="http://schemas.openxmlformats.org/drawingml/2006/main">
              <a:ext uri="{FF2B5EF4-FFF2-40B4-BE49-F238E27FC236}">
                <a16:creationId xmlns:a16="http://schemas.microsoft.com/office/drawing/2014/main" id="{90CA5CCE-2E29-4A35-8239-A74AC574E418}"/>
              </a:ext>
            </a:extLst>
          </p:cNvPr>
          <p:cNvSpPr>
            <a:spLocks xmlns:a="http://schemas.openxmlformats.org/drawingml/2006/main" noGrp="1"/>
          </p:cNvSpPr>
          <p:nvPr/>
        </p:nvSpPr>
        <p:spPr>
          <a:xfrm xmlns:a="http://schemas.openxmlformats.org/drawingml/2006/main">
            <a:off x="666750" y="476250"/>
            <a:ext cx="4381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6AA3FF"/>
                </a:solidFill>
                <a:latin typeface="Avenir Next"/>
                <a:ea typeface="Avenir Next"/>
                <a:cs typeface="Avenir Next"/>
              </a:defRPr>
            </a:pPr>
            <a:r>
              <a:rPr sz="750" b="1">
                <a:solidFill>
                  <a:srgbClr val="6AA3FF"/>
                </a:solidFill>
                <a:latin typeface="Avenir Next"/>
                <a:ea typeface="Avenir Next"/>
                <a:cs typeface="Avenir Next"/>
              </a:rPr>
              <a:t>COMPETENCES</a:t>
            </a:r>
          </a:p>
        </p:txBody>
      </p:sp>
      <p:sp>
        <p:nvSpPr>
          <p:cNvPr id="6" name="">
            <a:extLst xmlns:a="http://schemas.openxmlformats.org/drawingml/2006/main">
              <a:ext uri="{FF2B5EF4-FFF2-40B4-BE49-F238E27FC236}">
                <a16:creationId xmlns:a16="http://schemas.microsoft.com/office/drawing/2014/main" id="{39B8FB68-25D3-4C0E-B18A-AA4DE3BE2CA3}"/>
              </a:ext>
            </a:extLst>
          </p:cNvPr>
          <p:cNvSpPr>
            <a:spLocks xmlns:a="http://schemas.openxmlformats.org/drawingml/2006/main" noGrp="1"/>
          </p:cNvSpPr>
          <p:nvPr/>
        </p:nvSpPr>
        <p:spPr>
          <a:xfrm xmlns:a="http://schemas.openxmlformats.org/drawingml/2006/main">
            <a:off x="666750" y="742950"/>
            <a:ext cx="72390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75" b="1">
                <a:solidFill>
                  <a:srgbClr val="F5F6F8"/>
                </a:solidFill>
                <a:latin typeface="Avenir Next"/>
                <a:ea typeface="Avenir Next"/>
                <a:cs typeface="Avenir Next"/>
              </a:defRPr>
            </a:pPr>
            <a:r>
              <a:rPr sz="2175" b="1">
                <a:solidFill>
                  <a:srgbClr val="F5F6F8"/>
                </a:solidFill>
                <a:latin typeface="Avenir Next"/>
                <a:ea typeface="Avenir Next"/>
                <a:cs typeface="Avenir Next"/>
              </a:rPr>
              <a:t>Domaines de competences</a:t>
            </a:r>
          </a:p>
        </p:txBody>
      </p:sp>
      <p:sp>
        <p:nvSpPr>
          <p:cNvPr id="7" name="">
            <a:extLst xmlns:a="http://schemas.openxmlformats.org/drawingml/2006/main">
              <a:ext uri="{FF2B5EF4-FFF2-40B4-BE49-F238E27FC236}">
                <a16:creationId xmlns:a16="http://schemas.microsoft.com/office/drawing/2014/main" id="{7A2FA4A0-06FD-4664-A918-077AF54615AE}"/>
              </a:ext>
            </a:extLst>
          </p:cNvPr>
          <p:cNvSpPr>
            <a:spLocks xmlns:a="http://schemas.openxmlformats.org/drawingml/2006/main" noGrp="1"/>
          </p:cNvSpPr>
          <p:nvPr/>
        </p:nvSpPr>
        <p:spPr>
          <a:xfrm xmlns:a="http://schemas.openxmlformats.org/drawingml/2006/main">
            <a:off x="666750" y="1295400"/>
            <a:ext cx="74295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0">
                <a:solidFill>
                  <a:srgbClr val="C8D0DC"/>
                </a:solidFill>
                <a:latin typeface="Avenir Next"/>
                <a:ea typeface="Avenir Next"/>
                <a:cs typeface="Avenir Next"/>
              </a:defRPr>
            </a:pPr>
            <a:r>
              <a:rPr sz="1013" b="0">
                <a:solidFill>
                  <a:srgbClr val="C8D0DC"/>
                </a:solidFill>
                <a:latin typeface="Avenir Next"/>
                <a:ea typeface="Avenir Next"/>
                <a:cs typeface="Avenir Next"/>
              </a:rPr>
              <a:t>Competences techniques structurees par domaines.</a:t>
            </a:r>
          </a:p>
        </p:txBody>
      </p:sp>
      <p:sp>
        <p:nvSpPr>
          <p:cNvPr id="8" name="">
            <a:extLst xmlns:a="http://schemas.openxmlformats.org/drawingml/2006/main">
              <a:ext uri="{FF2B5EF4-FFF2-40B4-BE49-F238E27FC236}">
                <a16:creationId xmlns:a16="http://schemas.microsoft.com/office/drawing/2014/main" id="{C09C00F2-75FF-46B8-AE7E-C889E111C6C9}"/>
              </a:ext>
            </a:extLst>
          </p:cNvPr>
          <p:cNvSpPr>
            <a:spLocks xmlns:a="http://schemas.openxmlformats.org/drawingml/2006/main" noGrp="1"/>
          </p:cNvSpPr>
          <p:nvPr/>
        </p:nvSpPr>
        <p:spPr>
          <a:xfrm xmlns:a="http://schemas.openxmlformats.org/drawingml/2006/main">
            <a:off x="666750" y="1981200"/>
            <a:ext cx="5143500" cy="1466850"/>
          </a:xfrm>
          <a:prstGeom xmlns:a="http://schemas.openxmlformats.org/drawingml/2006/main" prst="roundRect">
            <a:avLst>
              <a:gd name="adj" fmla="val 5195"/>
            </a:avLst>
          </a:prstGeom>
          <a:solidFill xmlns:a="http://schemas.openxmlformats.org/drawingml/2006/main">
            <a:srgbClr val="1C2532"/>
          </a:solidFill>
          <a:ln xmlns:a="http://schemas.openxmlformats.org/drawingml/2006/main" w="9525">
            <a:solidFill>
              <a:srgbClr val="34445A"/>
            </a:solidFill>
            <a:prstDash val="solid"/>
          </a:ln>
        </p:spPr>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5ba3d8f872ff4554">
            <a:extLst>
              <a:ext uri="{96DAC541-7B7A-43D3-8B79-37D633B846F1}">
                <asvg:svgBlip xmlns:asvg="http://schemas.microsoft.com/office/drawing/2016/SVG/main" r:embed="R63d90584b19f4ca8"/>
              </a:ext>
            </a:extLst>
          </a:blip>
          <a:stretch xmlns:a="http://schemas.openxmlformats.org/drawingml/2006/main"/>
        </p:blipFill>
        <p:spPr>
          <a:xfrm xmlns:a="http://schemas.openxmlformats.org/drawingml/2006/main">
            <a:off x="895350" y="2190750"/>
            <a:ext cx="323850" cy="32385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17666620-BF4B-47A1-8AFB-01971FF5A7DA}"/>
              </a:ext>
            </a:extLst>
          </p:cNvPr>
          <p:cNvSpPr>
            <a:spLocks xmlns:a="http://schemas.openxmlformats.org/drawingml/2006/main" noGrp="1"/>
          </p:cNvSpPr>
          <p:nvPr/>
        </p:nvSpPr>
        <p:spPr>
          <a:xfrm xmlns:a="http://schemas.openxmlformats.org/drawingml/2006/main">
            <a:off x="1371600" y="2152650"/>
            <a:ext cx="40005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63" b="1">
                <a:solidFill>
                  <a:srgbClr val="F5F6F8"/>
                </a:solidFill>
                <a:latin typeface="Avenir Next"/>
                <a:ea typeface="Avenir Next"/>
                <a:cs typeface="Avenir Next"/>
              </a:defRPr>
            </a:pPr>
            <a:r>
              <a:rPr sz="1163" b="1">
                <a:solidFill>
                  <a:srgbClr val="F5F6F8"/>
                </a:solidFill>
                <a:latin typeface="Avenir Next"/>
                <a:ea typeface="Avenir Next"/>
                <a:cs typeface="Avenir Next"/>
              </a:rPr>
              <a:t>Support et mise a disposition des services</a:t>
            </a:r>
          </a:p>
        </p:txBody>
      </p:sp>
      <p:sp>
        <p:nvSpPr>
          <p:cNvPr id="11" name="">
            <a:extLst xmlns:a="http://schemas.openxmlformats.org/drawingml/2006/main">
              <a:ext uri="{FF2B5EF4-FFF2-40B4-BE49-F238E27FC236}">
                <a16:creationId xmlns:a16="http://schemas.microsoft.com/office/drawing/2014/main" id="{E08FC0D4-A037-475C-B31C-8D94D2D41084}"/>
              </a:ext>
            </a:extLst>
          </p:cNvPr>
          <p:cNvSpPr>
            <a:spLocks xmlns:a="http://schemas.openxmlformats.org/drawingml/2006/main" noGrp="1"/>
          </p:cNvSpPr>
          <p:nvPr/>
        </p:nvSpPr>
        <p:spPr>
          <a:xfrm xmlns:a="http://schemas.openxmlformats.org/drawingml/2006/main">
            <a:off x="1371600" y="2533650"/>
            <a:ext cx="40005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C8D0DC"/>
                </a:solidFill>
                <a:latin typeface="Avenir Next"/>
                <a:ea typeface="Avenir Next"/>
                <a:cs typeface="Avenir Next"/>
              </a:defRPr>
            </a:pPr>
            <a:r>
              <a:rPr sz="938" b="0">
                <a:solidFill>
                  <a:srgbClr val="C8D0DC"/>
                </a:solidFill>
                <a:latin typeface="Avenir Next"/>
                <a:ea typeface="Avenir Next"/>
                <a:cs typeface="Avenir Next"/>
              </a:rPr>
              <a:t>Assurer la continuite de service et accompagner les utilisateurs.</a:t>
            </a:r>
          </a:p>
        </p:txBody>
      </p:sp>
      <p:sp>
        <p:nvSpPr>
          <p:cNvPr id="12" name="">
            <a:extLst xmlns:a="http://schemas.openxmlformats.org/drawingml/2006/main">
              <a:ext uri="{FF2B5EF4-FFF2-40B4-BE49-F238E27FC236}">
                <a16:creationId xmlns:a16="http://schemas.microsoft.com/office/drawing/2014/main" id="{9A0B4658-4887-42FB-B095-B2F37C9238E7}"/>
              </a:ext>
            </a:extLst>
          </p:cNvPr>
          <p:cNvSpPr>
            <a:spLocks xmlns:a="http://schemas.openxmlformats.org/drawingml/2006/main" noGrp="1"/>
          </p:cNvSpPr>
          <p:nvPr/>
        </p:nvSpPr>
        <p:spPr>
          <a:xfrm xmlns:a="http://schemas.openxmlformats.org/drawingml/2006/main">
            <a:off x="895350" y="2990850"/>
            <a:ext cx="66675" cy="66675"/>
          </a:xfrm>
          <a:prstGeom xmlns:a="http://schemas.openxmlformats.org/drawingml/2006/main" prst="ellipse">
            <a:avLst/>
          </a:prstGeom>
          <a:solidFill xmlns:a="http://schemas.openxmlformats.org/drawingml/2006/main">
            <a:srgbClr val="6AA3FF"/>
          </a:solidFill>
          <a:ln xmlns:a="http://schemas.openxmlformats.org/drawingml/2006/main" w="0">
            <a:solidFill>
              <a:srgbClr val="6AA3FF"/>
            </a:solidFill>
            <a:prstDash val="solid"/>
          </a:ln>
        </p:spPr>
      </p:sp>
      <p:sp>
        <p:nvSpPr>
          <p:cNvPr id="13" name="">
            <a:extLst xmlns:a="http://schemas.openxmlformats.org/drawingml/2006/main">
              <a:ext uri="{FF2B5EF4-FFF2-40B4-BE49-F238E27FC236}">
                <a16:creationId xmlns:a16="http://schemas.microsoft.com/office/drawing/2014/main" id="{F1599516-D83C-4EF8-A1DD-6469EC75C02B}"/>
              </a:ext>
            </a:extLst>
          </p:cNvPr>
          <p:cNvSpPr>
            <a:spLocks xmlns:a="http://schemas.openxmlformats.org/drawingml/2006/main" noGrp="1"/>
          </p:cNvSpPr>
          <p:nvPr/>
        </p:nvSpPr>
        <p:spPr>
          <a:xfrm xmlns:a="http://schemas.openxmlformats.org/drawingml/2006/main">
            <a:off x="1066800" y="2914650"/>
            <a:ext cx="44005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EAF0F9"/>
                </a:solidFill>
                <a:latin typeface="Avenir Next"/>
                <a:ea typeface="Avenir Next"/>
                <a:cs typeface="Avenir Next"/>
              </a:defRPr>
            </a:pPr>
            <a:r>
              <a:rPr sz="825" b="0">
                <a:solidFill>
                  <a:srgbClr val="EAF0F9"/>
                </a:solidFill>
                <a:latin typeface="Avenir Next"/>
                <a:ea typeface="Avenir Next"/>
                <a:cs typeface="Avenir Next"/>
              </a:rPr>
              <a:t>Support</a:t>
            </a:r>
          </a:p>
        </p:txBody>
      </p:sp>
      <p:sp>
        <p:nvSpPr>
          <p:cNvPr id="14" name="">
            <a:extLst xmlns:a="http://schemas.openxmlformats.org/drawingml/2006/main">
              <a:ext uri="{FF2B5EF4-FFF2-40B4-BE49-F238E27FC236}">
                <a16:creationId xmlns:a16="http://schemas.microsoft.com/office/drawing/2014/main" id="{ABABDDE3-07FB-4F48-80D1-F55D40177681}"/>
              </a:ext>
            </a:extLst>
          </p:cNvPr>
          <p:cNvSpPr>
            <a:spLocks xmlns:a="http://schemas.openxmlformats.org/drawingml/2006/main" noGrp="1"/>
          </p:cNvSpPr>
          <p:nvPr/>
        </p:nvSpPr>
        <p:spPr>
          <a:xfrm xmlns:a="http://schemas.openxmlformats.org/drawingml/2006/main">
            <a:off x="895350" y="3181350"/>
            <a:ext cx="66675" cy="66675"/>
          </a:xfrm>
          <a:prstGeom xmlns:a="http://schemas.openxmlformats.org/drawingml/2006/main" prst="ellipse">
            <a:avLst/>
          </a:prstGeom>
          <a:solidFill xmlns:a="http://schemas.openxmlformats.org/drawingml/2006/main">
            <a:srgbClr val="6AA3FF"/>
          </a:solidFill>
          <a:ln xmlns:a="http://schemas.openxmlformats.org/drawingml/2006/main" w="0">
            <a:solidFill>
              <a:srgbClr val="6AA3FF"/>
            </a:solidFill>
            <a:prstDash val="solid"/>
          </a:ln>
        </p:spPr>
      </p:sp>
      <p:sp>
        <p:nvSpPr>
          <p:cNvPr id="15" name="">
            <a:extLst xmlns:a="http://schemas.openxmlformats.org/drawingml/2006/main">
              <a:ext uri="{FF2B5EF4-FFF2-40B4-BE49-F238E27FC236}">
                <a16:creationId xmlns:a16="http://schemas.microsoft.com/office/drawing/2014/main" id="{3078F583-B78D-476E-8B03-478232CF74B9}"/>
              </a:ext>
            </a:extLst>
          </p:cNvPr>
          <p:cNvSpPr>
            <a:spLocks xmlns:a="http://schemas.openxmlformats.org/drawingml/2006/main" noGrp="1"/>
          </p:cNvSpPr>
          <p:nvPr/>
        </p:nvSpPr>
        <p:spPr>
          <a:xfrm xmlns:a="http://schemas.openxmlformats.org/drawingml/2006/main">
            <a:off x="1066800" y="3105150"/>
            <a:ext cx="44005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EAF0F9"/>
                </a:solidFill>
                <a:latin typeface="Avenir Next"/>
                <a:ea typeface="Avenir Next"/>
                <a:cs typeface="Avenir Next"/>
              </a:defRPr>
            </a:pPr>
            <a:r>
              <a:rPr sz="825" b="0">
                <a:solidFill>
                  <a:srgbClr val="EAF0F9"/>
                </a:solidFill>
                <a:latin typeface="Avenir Next"/>
                <a:ea typeface="Avenir Next"/>
                <a:cs typeface="Avenir Next"/>
              </a:rPr>
              <a:t>Postes clients</a:t>
            </a:r>
          </a:p>
        </p:txBody>
      </p:sp>
      <p:sp>
        <p:nvSpPr>
          <p:cNvPr id="16" name="">
            <a:extLst xmlns:a="http://schemas.openxmlformats.org/drawingml/2006/main">
              <a:ext uri="{FF2B5EF4-FFF2-40B4-BE49-F238E27FC236}">
                <a16:creationId xmlns:a16="http://schemas.microsoft.com/office/drawing/2014/main" id="{4AC74840-8E43-4A61-929C-BE865FA5B5B0}"/>
              </a:ext>
            </a:extLst>
          </p:cNvPr>
          <p:cNvSpPr>
            <a:spLocks xmlns:a="http://schemas.openxmlformats.org/drawingml/2006/main" noGrp="1"/>
          </p:cNvSpPr>
          <p:nvPr/>
        </p:nvSpPr>
        <p:spPr>
          <a:xfrm xmlns:a="http://schemas.openxmlformats.org/drawingml/2006/main">
            <a:off x="895350" y="3371850"/>
            <a:ext cx="66675" cy="66675"/>
          </a:xfrm>
          <a:prstGeom xmlns:a="http://schemas.openxmlformats.org/drawingml/2006/main" prst="ellipse">
            <a:avLst/>
          </a:prstGeom>
          <a:solidFill xmlns:a="http://schemas.openxmlformats.org/drawingml/2006/main">
            <a:srgbClr val="6AA3FF"/>
          </a:solidFill>
          <a:ln xmlns:a="http://schemas.openxmlformats.org/drawingml/2006/main" w="0">
            <a:solidFill>
              <a:srgbClr val="6AA3FF"/>
            </a:solidFill>
            <a:prstDash val="solid"/>
          </a:ln>
        </p:spPr>
      </p:sp>
      <p:sp>
        <p:nvSpPr>
          <p:cNvPr id="17" name="">
            <a:extLst xmlns:a="http://schemas.openxmlformats.org/drawingml/2006/main">
              <a:ext uri="{FF2B5EF4-FFF2-40B4-BE49-F238E27FC236}">
                <a16:creationId xmlns:a16="http://schemas.microsoft.com/office/drawing/2014/main" id="{0E6B0BF8-34E5-464A-8BE1-9376A2CAB638}"/>
              </a:ext>
            </a:extLst>
          </p:cNvPr>
          <p:cNvSpPr>
            <a:spLocks xmlns:a="http://schemas.openxmlformats.org/drawingml/2006/main" noGrp="1"/>
          </p:cNvSpPr>
          <p:nvPr/>
        </p:nvSpPr>
        <p:spPr>
          <a:xfrm xmlns:a="http://schemas.openxmlformats.org/drawingml/2006/main">
            <a:off x="1066800" y="3295650"/>
            <a:ext cx="44005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EAF0F9"/>
                </a:solidFill>
                <a:latin typeface="Avenir Next"/>
                <a:ea typeface="Avenir Next"/>
                <a:cs typeface="Avenir Next"/>
              </a:defRPr>
            </a:pPr>
            <a:r>
              <a:rPr sz="825" b="0">
                <a:solidFill>
                  <a:srgbClr val="EAF0F9"/>
                </a:solidFill>
                <a:latin typeface="Avenir Next"/>
                <a:ea typeface="Avenir Next"/>
                <a:cs typeface="Avenir Next"/>
              </a:rPr>
              <a:t>Documentation</a:t>
            </a:r>
          </a:p>
        </p:txBody>
      </p:sp>
      <p:sp>
        <p:nvSpPr>
          <p:cNvPr id="18" name="">
            <a:extLst xmlns:a="http://schemas.openxmlformats.org/drawingml/2006/main">
              <a:ext uri="{FF2B5EF4-FFF2-40B4-BE49-F238E27FC236}">
                <a16:creationId xmlns:a16="http://schemas.microsoft.com/office/drawing/2014/main" id="{EDC9F5AC-E684-4A30-96F1-1E4EC2419918}"/>
              </a:ext>
            </a:extLst>
          </p:cNvPr>
          <p:cNvSpPr>
            <a:spLocks xmlns:a="http://schemas.openxmlformats.org/drawingml/2006/main" noGrp="1"/>
          </p:cNvSpPr>
          <p:nvPr/>
        </p:nvSpPr>
        <p:spPr>
          <a:xfrm xmlns:a="http://schemas.openxmlformats.org/drawingml/2006/main">
            <a:off x="6096000" y="1981200"/>
            <a:ext cx="5143500" cy="1466850"/>
          </a:xfrm>
          <a:prstGeom xmlns:a="http://schemas.openxmlformats.org/drawingml/2006/main" prst="roundRect">
            <a:avLst>
              <a:gd name="adj" fmla="val 5195"/>
            </a:avLst>
          </a:prstGeom>
          <a:solidFill xmlns:a="http://schemas.openxmlformats.org/drawingml/2006/main">
            <a:srgbClr val="1C2532"/>
          </a:solidFill>
          <a:ln xmlns:a="http://schemas.openxmlformats.org/drawingml/2006/main" w="9525">
            <a:solidFill>
              <a:srgbClr val="34445A"/>
            </a:solidFill>
            <a:prstDash val="solid"/>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14cfc6c6089a46b4">
            <a:extLst>
              <a:ext uri="{96DAC541-7B7A-43D3-8B79-37D633B846F1}">
                <asvg:svgBlip xmlns:asvg="http://schemas.microsoft.com/office/drawing/2016/SVG/main" r:embed="R2063bf75fa1f42d0"/>
              </a:ext>
            </a:extLst>
          </a:blip>
          <a:stretch xmlns:a="http://schemas.openxmlformats.org/drawingml/2006/main"/>
        </p:blipFill>
        <p:spPr>
          <a:xfrm xmlns:a="http://schemas.openxmlformats.org/drawingml/2006/main">
            <a:off x="6324600" y="2190750"/>
            <a:ext cx="323850" cy="323850"/>
          </a:xfrm>
          <a:prstGeom xmlns:a="http://schemas.openxmlformats.org/drawingml/2006/main" prst="rect">
            <a:avLst/>
          </a:prstGeom>
        </p:spPr>
      </p:pic>
      <p:sp>
        <p:nvSpPr>
          <p:cNvPr id="20" name="">
            <a:extLst xmlns:a="http://schemas.openxmlformats.org/drawingml/2006/main">
              <a:ext uri="{FF2B5EF4-FFF2-40B4-BE49-F238E27FC236}">
                <a16:creationId xmlns:a16="http://schemas.microsoft.com/office/drawing/2014/main" id="{BDFC93B6-8A3A-4451-8F1A-BE9BB2232D68}"/>
              </a:ext>
            </a:extLst>
          </p:cNvPr>
          <p:cNvSpPr>
            <a:spLocks xmlns:a="http://schemas.openxmlformats.org/drawingml/2006/main" noGrp="1"/>
          </p:cNvSpPr>
          <p:nvPr/>
        </p:nvSpPr>
        <p:spPr>
          <a:xfrm xmlns:a="http://schemas.openxmlformats.org/drawingml/2006/main">
            <a:off x="6800850" y="2152650"/>
            <a:ext cx="40005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63" b="1">
                <a:solidFill>
                  <a:srgbClr val="F5F6F8"/>
                </a:solidFill>
                <a:latin typeface="Avenir Next"/>
                <a:ea typeface="Avenir Next"/>
                <a:cs typeface="Avenir Next"/>
              </a:defRPr>
            </a:pPr>
            <a:r>
              <a:rPr sz="1163" b="1">
                <a:solidFill>
                  <a:srgbClr val="F5F6F8"/>
                </a:solidFill>
                <a:latin typeface="Avenir Next"/>
                <a:ea typeface="Avenir Next"/>
                <a:cs typeface="Avenir Next"/>
              </a:rPr>
              <a:t>Administration des systemes et des reseaux</a:t>
            </a:r>
          </a:p>
        </p:txBody>
      </p:sp>
      <p:sp>
        <p:nvSpPr>
          <p:cNvPr id="21" name="">
            <a:extLst xmlns:a="http://schemas.openxmlformats.org/drawingml/2006/main">
              <a:ext uri="{FF2B5EF4-FFF2-40B4-BE49-F238E27FC236}">
                <a16:creationId xmlns:a16="http://schemas.microsoft.com/office/drawing/2014/main" id="{83DE4C0F-4802-444F-93B5-5DC2FAC68256}"/>
              </a:ext>
            </a:extLst>
          </p:cNvPr>
          <p:cNvSpPr>
            <a:spLocks xmlns:a="http://schemas.openxmlformats.org/drawingml/2006/main" noGrp="1"/>
          </p:cNvSpPr>
          <p:nvPr/>
        </p:nvSpPr>
        <p:spPr>
          <a:xfrm xmlns:a="http://schemas.openxmlformats.org/drawingml/2006/main">
            <a:off x="6800850" y="2533650"/>
            <a:ext cx="40005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C8D0DC"/>
                </a:solidFill>
                <a:latin typeface="Avenir Next"/>
                <a:ea typeface="Avenir Next"/>
                <a:cs typeface="Avenir Next"/>
              </a:defRPr>
            </a:pPr>
            <a:r>
              <a:rPr sz="938" b="0">
                <a:solidFill>
                  <a:srgbClr val="C8D0DC"/>
                </a:solidFill>
                <a:latin typeface="Avenir Next"/>
                <a:ea typeface="Avenir Next"/>
                <a:cs typeface="Avenir Next"/>
              </a:rPr>
              <a:t>Concevoir, configurer et maintenir les infrastructures.</a:t>
            </a:r>
          </a:p>
        </p:txBody>
      </p:sp>
      <p:sp>
        <p:nvSpPr>
          <p:cNvPr id="22" name="">
            <a:extLst xmlns:a="http://schemas.openxmlformats.org/drawingml/2006/main">
              <a:ext uri="{FF2B5EF4-FFF2-40B4-BE49-F238E27FC236}">
                <a16:creationId xmlns:a16="http://schemas.microsoft.com/office/drawing/2014/main" id="{792DF527-791E-4441-81D4-F9066AF358FD}"/>
              </a:ext>
            </a:extLst>
          </p:cNvPr>
          <p:cNvSpPr>
            <a:spLocks xmlns:a="http://schemas.openxmlformats.org/drawingml/2006/main" noGrp="1"/>
          </p:cNvSpPr>
          <p:nvPr/>
        </p:nvSpPr>
        <p:spPr>
          <a:xfrm xmlns:a="http://schemas.openxmlformats.org/drawingml/2006/main">
            <a:off x="6324600" y="2990850"/>
            <a:ext cx="66675" cy="66675"/>
          </a:xfrm>
          <a:prstGeom xmlns:a="http://schemas.openxmlformats.org/drawingml/2006/main" prst="ellipse">
            <a:avLst/>
          </a:prstGeom>
          <a:solidFill xmlns:a="http://schemas.openxmlformats.org/drawingml/2006/main">
            <a:srgbClr val="6AA3FF"/>
          </a:solidFill>
          <a:ln xmlns:a="http://schemas.openxmlformats.org/drawingml/2006/main" w="0">
            <a:solidFill>
              <a:srgbClr val="6AA3FF"/>
            </a:solidFill>
            <a:prstDash val="solid"/>
          </a:ln>
        </p:spPr>
      </p:sp>
      <p:sp>
        <p:nvSpPr>
          <p:cNvPr id="23" name="">
            <a:extLst xmlns:a="http://schemas.openxmlformats.org/drawingml/2006/main">
              <a:ext uri="{FF2B5EF4-FFF2-40B4-BE49-F238E27FC236}">
                <a16:creationId xmlns:a16="http://schemas.microsoft.com/office/drawing/2014/main" id="{4E80AE79-A416-4DB4-AF1F-D3A8BD348987}"/>
              </a:ext>
            </a:extLst>
          </p:cNvPr>
          <p:cNvSpPr>
            <a:spLocks xmlns:a="http://schemas.openxmlformats.org/drawingml/2006/main" noGrp="1"/>
          </p:cNvSpPr>
          <p:nvPr/>
        </p:nvSpPr>
        <p:spPr>
          <a:xfrm xmlns:a="http://schemas.openxmlformats.org/drawingml/2006/main">
            <a:off x="6496050" y="2914650"/>
            <a:ext cx="44005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EAF0F9"/>
                </a:solidFill>
                <a:latin typeface="Avenir Next"/>
                <a:ea typeface="Avenir Next"/>
                <a:cs typeface="Avenir Next"/>
              </a:defRPr>
            </a:pPr>
            <a:r>
              <a:rPr sz="825" b="0">
                <a:solidFill>
                  <a:srgbClr val="EAF0F9"/>
                </a:solidFill>
                <a:latin typeface="Avenir Next"/>
                <a:ea typeface="Avenir Next"/>
                <a:cs typeface="Avenir Next"/>
              </a:rPr>
              <a:t>Windows Server</a:t>
            </a:r>
          </a:p>
        </p:txBody>
      </p:sp>
      <p:sp>
        <p:nvSpPr>
          <p:cNvPr id="24" name="">
            <a:extLst xmlns:a="http://schemas.openxmlformats.org/drawingml/2006/main">
              <a:ext uri="{FF2B5EF4-FFF2-40B4-BE49-F238E27FC236}">
                <a16:creationId xmlns:a16="http://schemas.microsoft.com/office/drawing/2014/main" id="{45AE9107-4F68-4793-A00B-3D8A3DC7538B}"/>
              </a:ext>
            </a:extLst>
          </p:cNvPr>
          <p:cNvSpPr>
            <a:spLocks xmlns:a="http://schemas.openxmlformats.org/drawingml/2006/main" noGrp="1"/>
          </p:cNvSpPr>
          <p:nvPr/>
        </p:nvSpPr>
        <p:spPr>
          <a:xfrm xmlns:a="http://schemas.openxmlformats.org/drawingml/2006/main">
            <a:off x="6324600" y="3181350"/>
            <a:ext cx="66675" cy="66675"/>
          </a:xfrm>
          <a:prstGeom xmlns:a="http://schemas.openxmlformats.org/drawingml/2006/main" prst="ellipse">
            <a:avLst/>
          </a:prstGeom>
          <a:solidFill xmlns:a="http://schemas.openxmlformats.org/drawingml/2006/main">
            <a:srgbClr val="6AA3FF"/>
          </a:solidFill>
          <a:ln xmlns:a="http://schemas.openxmlformats.org/drawingml/2006/main" w="0">
            <a:solidFill>
              <a:srgbClr val="6AA3FF"/>
            </a:solidFill>
            <a:prstDash val="solid"/>
          </a:ln>
        </p:spPr>
      </p:sp>
      <p:sp>
        <p:nvSpPr>
          <p:cNvPr id="25" name="">
            <a:extLst xmlns:a="http://schemas.openxmlformats.org/drawingml/2006/main">
              <a:ext uri="{FF2B5EF4-FFF2-40B4-BE49-F238E27FC236}">
                <a16:creationId xmlns:a16="http://schemas.microsoft.com/office/drawing/2014/main" id="{9E0B20A6-36B6-4272-A44A-FD350BC1CBC7}"/>
              </a:ext>
            </a:extLst>
          </p:cNvPr>
          <p:cNvSpPr>
            <a:spLocks xmlns:a="http://schemas.openxmlformats.org/drawingml/2006/main" noGrp="1"/>
          </p:cNvSpPr>
          <p:nvPr/>
        </p:nvSpPr>
        <p:spPr>
          <a:xfrm xmlns:a="http://schemas.openxmlformats.org/drawingml/2006/main">
            <a:off x="6496050" y="3105150"/>
            <a:ext cx="44005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EAF0F9"/>
                </a:solidFill>
                <a:latin typeface="Avenir Next"/>
                <a:ea typeface="Avenir Next"/>
                <a:cs typeface="Avenir Next"/>
              </a:defRPr>
            </a:pPr>
            <a:r>
              <a:rPr sz="825" b="0">
                <a:solidFill>
                  <a:srgbClr val="EAF0F9"/>
                </a:solidFill>
                <a:latin typeface="Avenir Next"/>
                <a:ea typeface="Avenir Next"/>
                <a:cs typeface="Avenir Next"/>
              </a:rPr>
              <a:t>VLAN / DNS / DHCP</a:t>
            </a:r>
          </a:p>
        </p:txBody>
      </p:sp>
      <p:sp>
        <p:nvSpPr>
          <p:cNvPr id="26" name="">
            <a:extLst xmlns:a="http://schemas.openxmlformats.org/drawingml/2006/main">
              <a:ext uri="{FF2B5EF4-FFF2-40B4-BE49-F238E27FC236}">
                <a16:creationId xmlns:a16="http://schemas.microsoft.com/office/drawing/2014/main" id="{E5889B1F-0C83-4C35-81C7-378B6A0D4B11}"/>
              </a:ext>
            </a:extLst>
          </p:cNvPr>
          <p:cNvSpPr>
            <a:spLocks xmlns:a="http://schemas.openxmlformats.org/drawingml/2006/main" noGrp="1"/>
          </p:cNvSpPr>
          <p:nvPr/>
        </p:nvSpPr>
        <p:spPr>
          <a:xfrm xmlns:a="http://schemas.openxmlformats.org/drawingml/2006/main">
            <a:off x="6324600" y="3371850"/>
            <a:ext cx="66675" cy="66675"/>
          </a:xfrm>
          <a:prstGeom xmlns:a="http://schemas.openxmlformats.org/drawingml/2006/main" prst="ellipse">
            <a:avLst/>
          </a:prstGeom>
          <a:solidFill xmlns:a="http://schemas.openxmlformats.org/drawingml/2006/main">
            <a:srgbClr val="6AA3FF"/>
          </a:solidFill>
          <a:ln xmlns:a="http://schemas.openxmlformats.org/drawingml/2006/main" w="0">
            <a:solidFill>
              <a:srgbClr val="6AA3FF"/>
            </a:solidFill>
            <a:prstDash val="solid"/>
          </a:ln>
        </p:spPr>
      </p:sp>
      <p:sp>
        <p:nvSpPr>
          <p:cNvPr id="27" name="">
            <a:extLst xmlns:a="http://schemas.openxmlformats.org/drawingml/2006/main">
              <a:ext uri="{FF2B5EF4-FFF2-40B4-BE49-F238E27FC236}">
                <a16:creationId xmlns:a16="http://schemas.microsoft.com/office/drawing/2014/main" id="{25F4325E-ACA6-4E88-84A2-1006C6228631}"/>
              </a:ext>
            </a:extLst>
          </p:cNvPr>
          <p:cNvSpPr>
            <a:spLocks xmlns:a="http://schemas.openxmlformats.org/drawingml/2006/main" noGrp="1"/>
          </p:cNvSpPr>
          <p:nvPr/>
        </p:nvSpPr>
        <p:spPr>
          <a:xfrm xmlns:a="http://schemas.openxmlformats.org/drawingml/2006/main">
            <a:off x="6496050" y="3295650"/>
            <a:ext cx="44005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EAF0F9"/>
                </a:solidFill>
                <a:latin typeface="Avenir Next"/>
                <a:ea typeface="Avenir Next"/>
                <a:cs typeface="Avenir Next"/>
              </a:defRPr>
            </a:pPr>
            <a:r>
              <a:rPr sz="825" b="0">
                <a:solidFill>
                  <a:srgbClr val="EAF0F9"/>
                </a:solidFill>
                <a:latin typeface="Avenir Next"/>
                <a:ea typeface="Avenir Next"/>
                <a:cs typeface="Avenir Next"/>
              </a:rPr>
              <a:t>Stockage NAS</a:t>
            </a:r>
          </a:p>
        </p:txBody>
      </p:sp>
      <p:sp>
        <p:nvSpPr>
          <p:cNvPr id="28" name="">
            <a:extLst xmlns:a="http://schemas.openxmlformats.org/drawingml/2006/main">
              <a:ext uri="{FF2B5EF4-FFF2-40B4-BE49-F238E27FC236}">
                <a16:creationId xmlns:a16="http://schemas.microsoft.com/office/drawing/2014/main" id="{2B2537C0-9761-4E45-BAAD-CD523E0A2B54}"/>
              </a:ext>
            </a:extLst>
          </p:cNvPr>
          <p:cNvSpPr>
            <a:spLocks xmlns:a="http://schemas.openxmlformats.org/drawingml/2006/main" noGrp="1"/>
          </p:cNvSpPr>
          <p:nvPr/>
        </p:nvSpPr>
        <p:spPr>
          <a:xfrm xmlns:a="http://schemas.openxmlformats.org/drawingml/2006/main">
            <a:off x="666750" y="3752850"/>
            <a:ext cx="5143500" cy="1466850"/>
          </a:xfrm>
          <a:prstGeom xmlns:a="http://schemas.openxmlformats.org/drawingml/2006/main" prst="roundRect">
            <a:avLst>
              <a:gd name="adj" fmla="val 5195"/>
            </a:avLst>
          </a:prstGeom>
          <a:solidFill xmlns:a="http://schemas.openxmlformats.org/drawingml/2006/main">
            <a:srgbClr val="1C2532"/>
          </a:solidFill>
          <a:ln xmlns:a="http://schemas.openxmlformats.org/drawingml/2006/main" w="9525">
            <a:solidFill>
              <a:srgbClr val="34445A"/>
            </a:solidFill>
            <a:prstDash val="solid"/>
          </a:ln>
        </p:spPr>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bcd5bc32373c46e8">
            <a:extLst>
              <a:ext uri="{96DAC541-7B7A-43D3-8B79-37D633B846F1}">
                <asvg:svgBlip xmlns:asvg="http://schemas.microsoft.com/office/drawing/2016/SVG/main" r:embed="R6f46140abd4241de"/>
              </a:ext>
            </a:extLst>
          </a:blip>
          <a:stretch xmlns:a="http://schemas.openxmlformats.org/drawingml/2006/main"/>
        </p:blipFill>
        <p:spPr>
          <a:xfrm xmlns:a="http://schemas.openxmlformats.org/drawingml/2006/main">
            <a:off x="895350" y="3962400"/>
            <a:ext cx="323850" cy="323850"/>
          </a:xfrm>
          <a:prstGeom xmlns:a="http://schemas.openxmlformats.org/drawingml/2006/main" prst="rect">
            <a:avLst/>
          </a:prstGeom>
        </p:spPr>
      </p:pic>
      <p:sp>
        <p:nvSpPr>
          <p:cNvPr id="30" name="">
            <a:extLst xmlns:a="http://schemas.openxmlformats.org/drawingml/2006/main">
              <a:ext uri="{FF2B5EF4-FFF2-40B4-BE49-F238E27FC236}">
                <a16:creationId xmlns:a16="http://schemas.microsoft.com/office/drawing/2014/main" id="{0DB245EA-36FC-4B5B-B53F-6A1056A60206}"/>
              </a:ext>
            </a:extLst>
          </p:cNvPr>
          <p:cNvSpPr>
            <a:spLocks xmlns:a="http://schemas.openxmlformats.org/drawingml/2006/main" noGrp="1"/>
          </p:cNvSpPr>
          <p:nvPr/>
        </p:nvSpPr>
        <p:spPr>
          <a:xfrm xmlns:a="http://schemas.openxmlformats.org/drawingml/2006/main">
            <a:off x="1371600" y="3924300"/>
            <a:ext cx="40005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63" b="1">
                <a:solidFill>
                  <a:srgbClr val="F5F6F8"/>
                </a:solidFill>
                <a:latin typeface="Avenir Next"/>
                <a:ea typeface="Avenir Next"/>
                <a:cs typeface="Avenir Next"/>
              </a:defRPr>
            </a:pPr>
            <a:r>
              <a:rPr sz="1163" b="1">
                <a:solidFill>
                  <a:srgbClr val="F5F6F8"/>
                </a:solidFill>
                <a:latin typeface="Avenir Next"/>
                <a:ea typeface="Avenir Next"/>
                <a:cs typeface="Avenir Next"/>
              </a:rPr>
              <a:t>Cybersecurite des services informatiques</a:t>
            </a:r>
          </a:p>
        </p:txBody>
      </p:sp>
      <p:sp>
        <p:nvSpPr>
          <p:cNvPr id="31" name="">
            <a:extLst xmlns:a="http://schemas.openxmlformats.org/drawingml/2006/main">
              <a:ext uri="{FF2B5EF4-FFF2-40B4-BE49-F238E27FC236}">
                <a16:creationId xmlns:a16="http://schemas.microsoft.com/office/drawing/2014/main" id="{A2D95928-E3B2-4D66-9AC0-9F7214D6ABC6}"/>
              </a:ext>
            </a:extLst>
          </p:cNvPr>
          <p:cNvSpPr>
            <a:spLocks xmlns:a="http://schemas.openxmlformats.org/drawingml/2006/main" noGrp="1"/>
          </p:cNvSpPr>
          <p:nvPr/>
        </p:nvSpPr>
        <p:spPr>
          <a:xfrm xmlns:a="http://schemas.openxmlformats.org/drawingml/2006/main">
            <a:off x="1371600" y="4305300"/>
            <a:ext cx="40005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C8D0DC"/>
                </a:solidFill>
                <a:latin typeface="Avenir Next"/>
                <a:ea typeface="Avenir Next"/>
                <a:cs typeface="Avenir Next"/>
              </a:defRPr>
            </a:pPr>
            <a:r>
              <a:rPr sz="938" b="0">
                <a:solidFill>
                  <a:srgbClr val="C8D0DC"/>
                </a:solidFill>
                <a:latin typeface="Avenir Next"/>
                <a:ea typeface="Avenir Next"/>
                <a:cs typeface="Avenir Next"/>
              </a:rPr>
              <a:t>Proteger les acces, les postes et les donnees.</a:t>
            </a:r>
          </a:p>
        </p:txBody>
      </p:sp>
      <p:sp>
        <p:nvSpPr>
          <p:cNvPr id="32" name="">
            <a:extLst xmlns:a="http://schemas.openxmlformats.org/drawingml/2006/main">
              <a:ext uri="{FF2B5EF4-FFF2-40B4-BE49-F238E27FC236}">
                <a16:creationId xmlns:a16="http://schemas.microsoft.com/office/drawing/2014/main" id="{9557C54D-14F1-48B0-A463-9411006D3412}"/>
              </a:ext>
            </a:extLst>
          </p:cNvPr>
          <p:cNvSpPr>
            <a:spLocks xmlns:a="http://schemas.openxmlformats.org/drawingml/2006/main" noGrp="1"/>
          </p:cNvSpPr>
          <p:nvPr/>
        </p:nvSpPr>
        <p:spPr>
          <a:xfrm xmlns:a="http://schemas.openxmlformats.org/drawingml/2006/main">
            <a:off x="895350" y="4762500"/>
            <a:ext cx="66675" cy="66675"/>
          </a:xfrm>
          <a:prstGeom xmlns:a="http://schemas.openxmlformats.org/drawingml/2006/main" prst="ellipse">
            <a:avLst/>
          </a:prstGeom>
          <a:solidFill xmlns:a="http://schemas.openxmlformats.org/drawingml/2006/main">
            <a:srgbClr val="6AA3FF"/>
          </a:solidFill>
          <a:ln xmlns:a="http://schemas.openxmlformats.org/drawingml/2006/main" w="0">
            <a:solidFill>
              <a:srgbClr val="6AA3FF"/>
            </a:solidFill>
            <a:prstDash val="solid"/>
          </a:ln>
        </p:spPr>
      </p:sp>
      <p:sp>
        <p:nvSpPr>
          <p:cNvPr id="33" name="">
            <a:extLst xmlns:a="http://schemas.openxmlformats.org/drawingml/2006/main">
              <a:ext uri="{FF2B5EF4-FFF2-40B4-BE49-F238E27FC236}">
                <a16:creationId xmlns:a16="http://schemas.microsoft.com/office/drawing/2014/main" id="{4DAA8681-0519-4053-BEC7-F5AEE69E0123}"/>
              </a:ext>
            </a:extLst>
          </p:cNvPr>
          <p:cNvSpPr>
            <a:spLocks xmlns:a="http://schemas.openxmlformats.org/drawingml/2006/main" noGrp="1"/>
          </p:cNvSpPr>
          <p:nvPr/>
        </p:nvSpPr>
        <p:spPr>
          <a:xfrm xmlns:a="http://schemas.openxmlformats.org/drawingml/2006/main">
            <a:off x="1066800" y="4686300"/>
            <a:ext cx="44005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EAF0F9"/>
                </a:solidFill>
                <a:latin typeface="Avenir Next"/>
                <a:ea typeface="Avenir Next"/>
                <a:cs typeface="Avenir Next"/>
              </a:defRPr>
            </a:pPr>
            <a:r>
              <a:rPr sz="825" b="0">
                <a:solidFill>
                  <a:srgbClr val="EAF0F9"/>
                </a:solidFill>
                <a:latin typeface="Avenir Next"/>
                <a:ea typeface="Avenir Next"/>
                <a:cs typeface="Avenir Next"/>
              </a:rPr>
              <a:t>MAJ / pare-feu</a:t>
            </a:r>
          </a:p>
        </p:txBody>
      </p:sp>
      <p:sp>
        <p:nvSpPr>
          <p:cNvPr id="34" name="">
            <a:extLst xmlns:a="http://schemas.openxmlformats.org/drawingml/2006/main">
              <a:ext uri="{FF2B5EF4-FFF2-40B4-BE49-F238E27FC236}">
                <a16:creationId xmlns:a16="http://schemas.microsoft.com/office/drawing/2014/main" id="{CAD75BE6-0B82-4C7F-952B-0D2C14E2F4A2}"/>
              </a:ext>
            </a:extLst>
          </p:cNvPr>
          <p:cNvSpPr>
            <a:spLocks xmlns:a="http://schemas.openxmlformats.org/drawingml/2006/main" noGrp="1"/>
          </p:cNvSpPr>
          <p:nvPr/>
        </p:nvSpPr>
        <p:spPr>
          <a:xfrm xmlns:a="http://schemas.openxmlformats.org/drawingml/2006/main">
            <a:off x="895350" y="4953000"/>
            <a:ext cx="66675" cy="66675"/>
          </a:xfrm>
          <a:prstGeom xmlns:a="http://schemas.openxmlformats.org/drawingml/2006/main" prst="ellipse">
            <a:avLst/>
          </a:prstGeom>
          <a:solidFill xmlns:a="http://schemas.openxmlformats.org/drawingml/2006/main">
            <a:srgbClr val="6AA3FF"/>
          </a:solidFill>
          <a:ln xmlns:a="http://schemas.openxmlformats.org/drawingml/2006/main" w="0">
            <a:solidFill>
              <a:srgbClr val="6AA3FF"/>
            </a:solidFill>
            <a:prstDash val="solid"/>
          </a:ln>
        </p:spPr>
      </p:sp>
      <p:sp>
        <p:nvSpPr>
          <p:cNvPr id="35" name="">
            <a:extLst xmlns:a="http://schemas.openxmlformats.org/drawingml/2006/main">
              <a:ext uri="{FF2B5EF4-FFF2-40B4-BE49-F238E27FC236}">
                <a16:creationId xmlns:a16="http://schemas.microsoft.com/office/drawing/2014/main" id="{1FA29670-12AA-41D8-AB62-FD1B9D402BC7}"/>
              </a:ext>
            </a:extLst>
          </p:cNvPr>
          <p:cNvSpPr>
            <a:spLocks xmlns:a="http://schemas.openxmlformats.org/drawingml/2006/main" noGrp="1"/>
          </p:cNvSpPr>
          <p:nvPr/>
        </p:nvSpPr>
        <p:spPr>
          <a:xfrm xmlns:a="http://schemas.openxmlformats.org/drawingml/2006/main">
            <a:off x="1066800" y="4876800"/>
            <a:ext cx="44005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EAF0F9"/>
                </a:solidFill>
                <a:latin typeface="Avenir Next"/>
                <a:ea typeface="Avenir Next"/>
                <a:cs typeface="Avenir Next"/>
              </a:defRPr>
            </a:pPr>
            <a:r>
              <a:rPr sz="825" b="0">
                <a:solidFill>
                  <a:srgbClr val="EAF0F9"/>
                </a:solidFill>
                <a:latin typeface="Avenir Next"/>
                <a:ea typeface="Avenir Next"/>
                <a:cs typeface="Avenir Next"/>
              </a:rPr>
              <a:t>Gestion des acces</a:t>
            </a:r>
          </a:p>
        </p:txBody>
      </p:sp>
      <p:sp>
        <p:nvSpPr>
          <p:cNvPr id="36" name="">
            <a:extLst xmlns:a="http://schemas.openxmlformats.org/drawingml/2006/main">
              <a:ext uri="{FF2B5EF4-FFF2-40B4-BE49-F238E27FC236}">
                <a16:creationId xmlns:a16="http://schemas.microsoft.com/office/drawing/2014/main" id="{7F631509-93AA-4D93-B637-A9DF15A7F460}"/>
              </a:ext>
            </a:extLst>
          </p:cNvPr>
          <p:cNvSpPr>
            <a:spLocks xmlns:a="http://schemas.openxmlformats.org/drawingml/2006/main" noGrp="1"/>
          </p:cNvSpPr>
          <p:nvPr/>
        </p:nvSpPr>
        <p:spPr>
          <a:xfrm xmlns:a="http://schemas.openxmlformats.org/drawingml/2006/main">
            <a:off x="895350" y="5143500"/>
            <a:ext cx="66675" cy="66675"/>
          </a:xfrm>
          <a:prstGeom xmlns:a="http://schemas.openxmlformats.org/drawingml/2006/main" prst="ellipse">
            <a:avLst/>
          </a:prstGeom>
          <a:solidFill xmlns:a="http://schemas.openxmlformats.org/drawingml/2006/main">
            <a:srgbClr val="6AA3FF"/>
          </a:solidFill>
          <a:ln xmlns:a="http://schemas.openxmlformats.org/drawingml/2006/main" w="0">
            <a:solidFill>
              <a:srgbClr val="6AA3FF"/>
            </a:solidFill>
            <a:prstDash val="solid"/>
          </a:ln>
        </p:spPr>
      </p:sp>
      <p:sp>
        <p:nvSpPr>
          <p:cNvPr id="37" name="">
            <a:extLst xmlns:a="http://schemas.openxmlformats.org/drawingml/2006/main">
              <a:ext uri="{FF2B5EF4-FFF2-40B4-BE49-F238E27FC236}">
                <a16:creationId xmlns:a16="http://schemas.microsoft.com/office/drawing/2014/main" id="{9FD258A8-D1BA-4935-8986-3EC9C7F23A5E}"/>
              </a:ext>
            </a:extLst>
          </p:cNvPr>
          <p:cNvSpPr>
            <a:spLocks xmlns:a="http://schemas.openxmlformats.org/drawingml/2006/main" noGrp="1"/>
          </p:cNvSpPr>
          <p:nvPr/>
        </p:nvSpPr>
        <p:spPr>
          <a:xfrm xmlns:a="http://schemas.openxmlformats.org/drawingml/2006/main">
            <a:off x="1066800" y="5067300"/>
            <a:ext cx="44005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EAF0F9"/>
                </a:solidFill>
                <a:latin typeface="Avenir Next"/>
                <a:ea typeface="Avenir Next"/>
                <a:cs typeface="Avenir Next"/>
              </a:defRPr>
            </a:pPr>
            <a:r>
              <a:rPr sz="825" b="0">
                <a:solidFill>
                  <a:srgbClr val="EAF0F9"/>
                </a:solidFill>
                <a:latin typeface="Avenir Next"/>
                <a:ea typeface="Avenir Next"/>
                <a:cs typeface="Avenir Next"/>
              </a:rPr>
              <a:t>Sauvegarde / restauration</a:t>
            </a:r>
          </a:p>
        </p:txBody>
      </p:sp>
      <p:sp>
        <p:nvSpPr>
          <p:cNvPr id="38" name="">
            <a:extLst xmlns:a="http://schemas.openxmlformats.org/drawingml/2006/main">
              <a:ext uri="{FF2B5EF4-FFF2-40B4-BE49-F238E27FC236}">
                <a16:creationId xmlns:a16="http://schemas.microsoft.com/office/drawing/2014/main" id="{CE517B92-D7CA-40BA-B322-5F1C1B6191EE}"/>
              </a:ext>
            </a:extLst>
          </p:cNvPr>
          <p:cNvSpPr>
            <a:spLocks xmlns:a="http://schemas.openxmlformats.org/drawingml/2006/main" noGrp="1"/>
          </p:cNvSpPr>
          <p:nvPr/>
        </p:nvSpPr>
        <p:spPr>
          <a:xfrm xmlns:a="http://schemas.openxmlformats.org/drawingml/2006/main">
            <a:off x="6096000" y="3752850"/>
            <a:ext cx="5143500" cy="1466850"/>
          </a:xfrm>
          <a:prstGeom xmlns:a="http://schemas.openxmlformats.org/drawingml/2006/main" prst="roundRect">
            <a:avLst>
              <a:gd name="adj" fmla="val 5195"/>
            </a:avLst>
          </a:prstGeom>
          <a:solidFill xmlns:a="http://schemas.openxmlformats.org/drawingml/2006/main">
            <a:srgbClr val="1C2532"/>
          </a:solidFill>
          <a:ln xmlns:a="http://schemas.openxmlformats.org/drawingml/2006/main" w="9525">
            <a:solidFill>
              <a:srgbClr val="34445A"/>
            </a:solidFill>
            <a:prstDash val="solid"/>
          </a:ln>
        </p:spPr>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190b19773e24483f">
            <a:extLst>
              <a:ext uri="{96DAC541-7B7A-43D3-8B79-37D633B846F1}">
                <asvg:svgBlip xmlns:asvg="http://schemas.microsoft.com/office/drawing/2016/SVG/main" r:embed="R723a08d39fca4057"/>
              </a:ext>
            </a:extLst>
          </a:blip>
          <a:stretch xmlns:a="http://schemas.openxmlformats.org/drawingml/2006/main"/>
        </p:blipFill>
        <p:spPr>
          <a:xfrm xmlns:a="http://schemas.openxmlformats.org/drawingml/2006/main">
            <a:off x="6324600" y="3962400"/>
            <a:ext cx="323850" cy="323850"/>
          </a:xfrm>
          <a:prstGeom xmlns:a="http://schemas.openxmlformats.org/drawingml/2006/main" prst="rect">
            <a:avLst/>
          </a:prstGeom>
        </p:spPr>
      </p:pic>
      <p:sp>
        <p:nvSpPr>
          <p:cNvPr id="40" name="">
            <a:extLst xmlns:a="http://schemas.openxmlformats.org/drawingml/2006/main">
              <a:ext uri="{FF2B5EF4-FFF2-40B4-BE49-F238E27FC236}">
                <a16:creationId xmlns:a16="http://schemas.microsoft.com/office/drawing/2014/main" id="{5BB75058-CB26-445E-9A78-F21A15654EDC}"/>
              </a:ext>
            </a:extLst>
          </p:cNvPr>
          <p:cNvSpPr>
            <a:spLocks xmlns:a="http://schemas.openxmlformats.org/drawingml/2006/main" noGrp="1"/>
          </p:cNvSpPr>
          <p:nvPr/>
        </p:nvSpPr>
        <p:spPr>
          <a:xfrm xmlns:a="http://schemas.openxmlformats.org/drawingml/2006/main">
            <a:off x="6800850" y="3924300"/>
            <a:ext cx="40005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63" b="1">
                <a:solidFill>
                  <a:srgbClr val="F5F6F8"/>
                </a:solidFill>
                <a:latin typeface="Avenir Next"/>
                <a:ea typeface="Avenir Next"/>
                <a:cs typeface="Avenir Next"/>
              </a:defRPr>
            </a:pPr>
            <a:r>
              <a:rPr sz="1163" b="1">
                <a:solidFill>
                  <a:srgbClr val="F5F6F8"/>
                </a:solidFill>
                <a:latin typeface="Avenir Next"/>
                <a:ea typeface="Avenir Next"/>
                <a:cs typeface="Avenir Next"/>
              </a:rPr>
              <a:t>Supervision et haute disponibilite</a:t>
            </a:r>
          </a:p>
        </p:txBody>
      </p:sp>
      <p:sp>
        <p:nvSpPr>
          <p:cNvPr id="41" name="">
            <a:extLst xmlns:a="http://schemas.openxmlformats.org/drawingml/2006/main">
              <a:ext uri="{FF2B5EF4-FFF2-40B4-BE49-F238E27FC236}">
                <a16:creationId xmlns:a16="http://schemas.microsoft.com/office/drawing/2014/main" id="{F4D52A0A-2F07-44BA-8060-F57CEFFBF6F0}"/>
              </a:ext>
            </a:extLst>
          </p:cNvPr>
          <p:cNvSpPr>
            <a:spLocks xmlns:a="http://schemas.openxmlformats.org/drawingml/2006/main" noGrp="1"/>
          </p:cNvSpPr>
          <p:nvPr/>
        </p:nvSpPr>
        <p:spPr>
          <a:xfrm xmlns:a="http://schemas.openxmlformats.org/drawingml/2006/main">
            <a:off x="6800850" y="4305300"/>
            <a:ext cx="40005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C8D0DC"/>
                </a:solidFill>
                <a:latin typeface="Avenir Next"/>
                <a:ea typeface="Avenir Next"/>
                <a:cs typeface="Avenir Next"/>
              </a:defRPr>
            </a:pPr>
            <a:r>
              <a:rPr sz="938" b="0">
                <a:solidFill>
                  <a:srgbClr val="C8D0DC"/>
                </a:solidFill>
                <a:latin typeface="Avenir Next"/>
                <a:ea typeface="Avenir Next"/>
                <a:cs typeface="Avenir Next"/>
              </a:rPr>
              <a:t>Surveiller les services et anticiper les incidents.</a:t>
            </a:r>
          </a:p>
        </p:txBody>
      </p:sp>
      <p:sp>
        <p:nvSpPr>
          <p:cNvPr id="42" name="">
            <a:extLst xmlns:a="http://schemas.openxmlformats.org/drawingml/2006/main">
              <a:ext uri="{FF2B5EF4-FFF2-40B4-BE49-F238E27FC236}">
                <a16:creationId xmlns:a16="http://schemas.microsoft.com/office/drawing/2014/main" id="{6A6B74C2-3855-49C9-BDA2-1A0E558D5C0D}"/>
              </a:ext>
            </a:extLst>
          </p:cNvPr>
          <p:cNvSpPr>
            <a:spLocks xmlns:a="http://schemas.openxmlformats.org/drawingml/2006/main" noGrp="1"/>
          </p:cNvSpPr>
          <p:nvPr/>
        </p:nvSpPr>
        <p:spPr>
          <a:xfrm xmlns:a="http://schemas.openxmlformats.org/drawingml/2006/main">
            <a:off x="6324600" y="4762500"/>
            <a:ext cx="66675" cy="66675"/>
          </a:xfrm>
          <a:prstGeom xmlns:a="http://schemas.openxmlformats.org/drawingml/2006/main" prst="ellipse">
            <a:avLst/>
          </a:prstGeom>
          <a:solidFill xmlns:a="http://schemas.openxmlformats.org/drawingml/2006/main">
            <a:srgbClr val="6AA3FF"/>
          </a:solidFill>
          <a:ln xmlns:a="http://schemas.openxmlformats.org/drawingml/2006/main" w="0">
            <a:solidFill>
              <a:srgbClr val="6AA3FF"/>
            </a:solidFill>
            <a:prstDash val="solid"/>
          </a:ln>
        </p:spPr>
      </p:sp>
      <p:sp>
        <p:nvSpPr>
          <p:cNvPr id="43" name="">
            <a:extLst xmlns:a="http://schemas.openxmlformats.org/drawingml/2006/main">
              <a:ext uri="{FF2B5EF4-FFF2-40B4-BE49-F238E27FC236}">
                <a16:creationId xmlns:a16="http://schemas.microsoft.com/office/drawing/2014/main" id="{8070FB4E-5CFC-4365-AD4C-04EE239FF01C}"/>
              </a:ext>
            </a:extLst>
          </p:cNvPr>
          <p:cNvSpPr>
            <a:spLocks xmlns:a="http://schemas.openxmlformats.org/drawingml/2006/main" noGrp="1"/>
          </p:cNvSpPr>
          <p:nvPr/>
        </p:nvSpPr>
        <p:spPr>
          <a:xfrm xmlns:a="http://schemas.openxmlformats.org/drawingml/2006/main">
            <a:off x="6496050" y="4686300"/>
            <a:ext cx="44005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EAF0F9"/>
                </a:solidFill>
                <a:latin typeface="Avenir Next"/>
                <a:ea typeface="Avenir Next"/>
                <a:cs typeface="Avenir Next"/>
              </a:defRPr>
            </a:pPr>
            <a:r>
              <a:rPr sz="825" b="0">
                <a:solidFill>
                  <a:srgbClr val="EAF0F9"/>
                </a:solidFill>
                <a:latin typeface="Avenir Next"/>
                <a:ea typeface="Avenir Next"/>
                <a:cs typeface="Avenir Next"/>
              </a:rPr>
              <a:t>Supervision</a:t>
            </a:r>
          </a:p>
        </p:txBody>
      </p:sp>
      <p:sp>
        <p:nvSpPr>
          <p:cNvPr id="44" name="">
            <a:extLst xmlns:a="http://schemas.openxmlformats.org/drawingml/2006/main">
              <a:ext uri="{FF2B5EF4-FFF2-40B4-BE49-F238E27FC236}">
                <a16:creationId xmlns:a16="http://schemas.microsoft.com/office/drawing/2014/main" id="{9E7E9085-36C8-4D95-B0D2-A8A3664C617A}"/>
              </a:ext>
            </a:extLst>
          </p:cNvPr>
          <p:cNvSpPr>
            <a:spLocks xmlns:a="http://schemas.openxmlformats.org/drawingml/2006/main" noGrp="1"/>
          </p:cNvSpPr>
          <p:nvPr/>
        </p:nvSpPr>
        <p:spPr>
          <a:xfrm xmlns:a="http://schemas.openxmlformats.org/drawingml/2006/main">
            <a:off x="6324600" y="4953000"/>
            <a:ext cx="66675" cy="66675"/>
          </a:xfrm>
          <a:prstGeom xmlns:a="http://schemas.openxmlformats.org/drawingml/2006/main" prst="ellipse">
            <a:avLst/>
          </a:prstGeom>
          <a:solidFill xmlns:a="http://schemas.openxmlformats.org/drawingml/2006/main">
            <a:srgbClr val="6AA3FF"/>
          </a:solidFill>
          <a:ln xmlns:a="http://schemas.openxmlformats.org/drawingml/2006/main" w="0">
            <a:solidFill>
              <a:srgbClr val="6AA3FF"/>
            </a:solidFill>
            <a:prstDash val="solid"/>
          </a:ln>
        </p:spPr>
      </p:sp>
      <p:sp>
        <p:nvSpPr>
          <p:cNvPr id="45" name="">
            <a:extLst xmlns:a="http://schemas.openxmlformats.org/drawingml/2006/main">
              <a:ext uri="{FF2B5EF4-FFF2-40B4-BE49-F238E27FC236}">
                <a16:creationId xmlns:a16="http://schemas.microsoft.com/office/drawing/2014/main" id="{DDA589F4-3964-4DCE-B9A6-1212A2D0AD78}"/>
              </a:ext>
            </a:extLst>
          </p:cNvPr>
          <p:cNvSpPr>
            <a:spLocks xmlns:a="http://schemas.openxmlformats.org/drawingml/2006/main" noGrp="1"/>
          </p:cNvSpPr>
          <p:nvPr/>
        </p:nvSpPr>
        <p:spPr>
          <a:xfrm xmlns:a="http://schemas.openxmlformats.org/drawingml/2006/main">
            <a:off x="6496050" y="4876800"/>
            <a:ext cx="44005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EAF0F9"/>
                </a:solidFill>
                <a:latin typeface="Avenir Next"/>
                <a:ea typeface="Avenir Next"/>
                <a:cs typeface="Avenir Next"/>
              </a:defRPr>
            </a:pPr>
            <a:r>
              <a:rPr sz="825" b="0">
                <a:solidFill>
                  <a:srgbClr val="EAF0F9"/>
                </a:solidFill>
                <a:latin typeface="Avenir Next"/>
                <a:ea typeface="Avenir Next"/>
                <a:cs typeface="Avenir Next"/>
              </a:rPr>
              <a:t>Continuite</a:t>
            </a:r>
          </a:p>
        </p:txBody>
      </p:sp>
      <p:sp>
        <p:nvSpPr>
          <p:cNvPr id="46" name="">
            <a:extLst xmlns:a="http://schemas.openxmlformats.org/drawingml/2006/main">
              <a:ext uri="{FF2B5EF4-FFF2-40B4-BE49-F238E27FC236}">
                <a16:creationId xmlns:a16="http://schemas.microsoft.com/office/drawing/2014/main" id="{8CC00968-DD4B-43E9-A7AF-E97E4A563A8C}"/>
              </a:ext>
            </a:extLst>
          </p:cNvPr>
          <p:cNvSpPr>
            <a:spLocks xmlns:a="http://schemas.openxmlformats.org/drawingml/2006/main" noGrp="1"/>
          </p:cNvSpPr>
          <p:nvPr/>
        </p:nvSpPr>
        <p:spPr>
          <a:xfrm xmlns:a="http://schemas.openxmlformats.org/drawingml/2006/main">
            <a:off x="6324600" y="5143500"/>
            <a:ext cx="66675" cy="66675"/>
          </a:xfrm>
          <a:prstGeom xmlns:a="http://schemas.openxmlformats.org/drawingml/2006/main" prst="ellipse">
            <a:avLst/>
          </a:prstGeom>
          <a:solidFill xmlns:a="http://schemas.openxmlformats.org/drawingml/2006/main">
            <a:srgbClr val="6AA3FF"/>
          </a:solidFill>
          <a:ln xmlns:a="http://schemas.openxmlformats.org/drawingml/2006/main" w="0">
            <a:solidFill>
              <a:srgbClr val="6AA3FF"/>
            </a:solidFill>
            <a:prstDash val="solid"/>
          </a:ln>
        </p:spPr>
      </p:sp>
      <p:sp>
        <p:nvSpPr>
          <p:cNvPr id="47" name="">
            <a:extLst xmlns:a="http://schemas.openxmlformats.org/drawingml/2006/main">
              <a:ext uri="{FF2B5EF4-FFF2-40B4-BE49-F238E27FC236}">
                <a16:creationId xmlns:a16="http://schemas.microsoft.com/office/drawing/2014/main" id="{E5723C11-EE9A-40FB-BAAD-4C049440D0BA}"/>
              </a:ext>
            </a:extLst>
          </p:cNvPr>
          <p:cNvSpPr>
            <a:spLocks xmlns:a="http://schemas.openxmlformats.org/drawingml/2006/main" noGrp="1"/>
          </p:cNvSpPr>
          <p:nvPr/>
        </p:nvSpPr>
        <p:spPr>
          <a:xfrm xmlns:a="http://schemas.openxmlformats.org/drawingml/2006/main">
            <a:off x="6496050" y="5067300"/>
            <a:ext cx="44005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EAF0F9"/>
                </a:solidFill>
                <a:latin typeface="Avenir Next"/>
                <a:ea typeface="Avenir Next"/>
                <a:cs typeface="Avenir Next"/>
              </a:defRPr>
            </a:pPr>
            <a:r>
              <a:rPr sz="825" b="0">
                <a:solidFill>
                  <a:srgbClr val="EAF0F9"/>
                </a:solidFill>
                <a:latin typeface="Avenir Next"/>
                <a:ea typeface="Avenir Next"/>
                <a:cs typeface="Avenir Next"/>
              </a:rPr>
              <a:t>Redondance</a:t>
            </a:r>
          </a:p>
        </p:txBody>
      </p:sp>
      <p:sp>
        <p:nvSpPr>
          <p:cNvPr id="48" name="">
            <a:extLst xmlns:a="http://schemas.openxmlformats.org/drawingml/2006/main">
              <a:ext uri="{FF2B5EF4-FFF2-40B4-BE49-F238E27FC236}">
                <a16:creationId xmlns:a16="http://schemas.microsoft.com/office/drawing/2014/main" id="{9B3DFA32-0D4E-4A88-A1B8-E8E91393A4C9}"/>
              </a:ext>
            </a:extLst>
          </p:cNvPr>
          <p:cNvSpPr>
            <a:spLocks xmlns:a="http://schemas.openxmlformats.org/drawingml/2006/main" noGrp="1"/>
          </p:cNvSpPr>
          <p:nvPr/>
        </p:nvSpPr>
        <p:spPr>
          <a:xfrm xmlns:a="http://schemas.openxmlformats.org/drawingml/2006/main">
            <a:off x="666750" y="5676900"/>
            <a:ext cx="10858500" cy="438150"/>
          </a:xfrm>
          <a:prstGeom xmlns:a="http://schemas.openxmlformats.org/drawingml/2006/main" prst="roundRect">
            <a:avLst>
              <a:gd name="adj" fmla="val 17391"/>
            </a:avLst>
          </a:prstGeom>
          <a:solidFill xmlns:a="http://schemas.openxmlformats.org/drawingml/2006/main">
            <a:srgbClr val="18212D"/>
          </a:solidFill>
          <a:ln xmlns:a="http://schemas.openxmlformats.org/drawingml/2006/main" w="9525">
            <a:solidFill>
              <a:srgbClr val="34445A"/>
            </a:solidFill>
            <a:prstDash val="solid"/>
          </a:ln>
        </p:spPr>
      </p:sp>
      <p:sp>
        <p:nvSpPr>
          <p:cNvPr id="49" name="">
            <a:extLst xmlns:a="http://schemas.openxmlformats.org/drawingml/2006/main">
              <a:ext uri="{FF2B5EF4-FFF2-40B4-BE49-F238E27FC236}">
                <a16:creationId xmlns:a16="http://schemas.microsoft.com/office/drawing/2014/main" id="{8C613AE2-B714-4962-AB66-DC72DF056B2F}"/>
              </a:ext>
            </a:extLst>
          </p:cNvPr>
          <p:cNvSpPr>
            <a:spLocks xmlns:a="http://schemas.openxmlformats.org/drawingml/2006/main" noGrp="1"/>
          </p:cNvSpPr>
          <p:nvPr/>
        </p:nvSpPr>
        <p:spPr>
          <a:xfrm xmlns:a="http://schemas.openxmlformats.org/drawingml/2006/main">
            <a:off x="914400" y="5829300"/>
            <a:ext cx="9048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C8D0DC"/>
                </a:solidFill>
                <a:latin typeface="Avenir Next"/>
                <a:ea typeface="Avenir Next"/>
                <a:cs typeface="Avenir Next"/>
              </a:defRPr>
            </a:pPr>
            <a:r>
              <a:rPr sz="825" b="0">
                <a:solidFill>
                  <a:srgbClr val="C8D0DC"/>
                </a:solidFill>
                <a:latin typeface="Avenir Next"/>
                <a:ea typeface="Avenir Next"/>
                <a:cs typeface="Avenir Next"/>
              </a:rPr>
              <a:t>Le portfolio contient egalement le tableau de synthese des competences E5 en complement de cette presentation.</a:t>
            </a:r>
          </a:p>
        </p:txBody>
      </p:sp>
      <p:sp>
        <p:nvSpPr>
          <p:cNvPr id="50" name="">
            <a:extLst xmlns:a="http://schemas.openxmlformats.org/drawingml/2006/main">
              <a:ext uri="{FF2B5EF4-FFF2-40B4-BE49-F238E27FC236}">
                <a16:creationId xmlns:a16="http://schemas.microsoft.com/office/drawing/2014/main" id="{1DF4DECF-C350-41AA-AA26-04911736D8D7}"/>
              </a:ext>
            </a:extLst>
          </p:cNvPr>
          <p:cNvSpPr>
            <a:spLocks xmlns:a="http://schemas.openxmlformats.org/drawingml/2006/main" noGrp="1"/>
          </p:cNvSpPr>
          <p:nvPr/>
        </p:nvSpPr>
        <p:spPr>
          <a:xfrm xmlns:a="http://schemas.openxmlformats.org/drawingml/2006/main">
            <a:off x="666750" y="6438900"/>
            <a:ext cx="10858500" cy="9525"/>
          </a:xfrm>
          <a:prstGeom xmlns:a="http://schemas.openxmlformats.org/drawingml/2006/main" prst="rect">
            <a:avLst/>
          </a:prstGeom>
          <a:solidFill xmlns:a="http://schemas.openxmlformats.org/drawingml/2006/main">
            <a:srgbClr val="3A475C">
              <a:alpha val="66667"/>
            </a:srgbClr>
          </a:solidFill>
          <a:ln xmlns:a="http://schemas.openxmlformats.org/drawingml/2006/main" w="0">
            <a:solidFill>
              <a:srgbClr val="3A475C">
                <a:alpha val="66667"/>
              </a:srgbClr>
            </a:solidFill>
            <a:prstDash val="solid"/>
          </a:ln>
        </p:spPr>
      </p:sp>
      <p:sp>
        <p:nvSpPr>
          <p:cNvPr id="51" name="">
            <a:extLst xmlns:a="http://schemas.openxmlformats.org/drawingml/2006/main">
              <a:ext uri="{FF2B5EF4-FFF2-40B4-BE49-F238E27FC236}">
                <a16:creationId xmlns:a16="http://schemas.microsoft.com/office/drawing/2014/main" id="{3DC1E438-3255-4641-9771-8B831F83EDAB}"/>
              </a:ext>
            </a:extLst>
          </p:cNvPr>
          <p:cNvSpPr>
            <a:spLocks xmlns:a="http://schemas.openxmlformats.org/drawingml/2006/main" noGrp="1"/>
          </p:cNvSpPr>
          <p:nvPr/>
        </p:nvSpPr>
        <p:spPr>
          <a:xfrm xmlns:a="http://schemas.openxmlformats.org/drawingml/2006/main">
            <a:off x="666750" y="6534150"/>
            <a:ext cx="8572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C8D0DC"/>
                </a:solidFill>
                <a:latin typeface="Avenir Next"/>
                <a:ea typeface="Avenir Next"/>
                <a:cs typeface="Avenir Next"/>
              </a:defRPr>
            </a:pPr>
            <a:r>
              <a:rPr sz="638" b="0">
                <a:solidFill>
                  <a:srgbClr val="C8D0DC"/>
                </a:solidFill>
                <a:latin typeface="Avenir Next"/>
                <a:ea typeface="Avenir Next"/>
                <a:cs typeface="Avenir Next"/>
              </a:rPr>
              <a:t>Portfolio BTS SIO SISR</a:t>
            </a:r>
          </a:p>
        </p:txBody>
      </p:sp>
      <p:sp>
        <p:nvSpPr>
          <p:cNvPr id="52" name="">
            <a:extLst xmlns:a="http://schemas.openxmlformats.org/drawingml/2006/main">
              <a:ext uri="{FF2B5EF4-FFF2-40B4-BE49-F238E27FC236}">
                <a16:creationId xmlns:a16="http://schemas.microsoft.com/office/drawing/2014/main" id="{0ABFA6FF-28FC-46A1-9AEE-2A7B88C5A1E3}"/>
              </a:ext>
            </a:extLst>
          </p:cNvPr>
          <p:cNvSpPr>
            <a:spLocks xmlns:a="http://schemas.openxmlformats.org/drawingml/2006/main" noGrp="1"/>
          </p:cNvSpPr>
          <p:nvPr/>
        </p:nvSpPr>
        <p:spPr>
          <a:xfrm xmlns:a="http://schemas.openxmlformats.org/drawingml/2006/main">
            <a:off x="11049000" y="6496050"/>
            <a:ext cx="4762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825" b="1">
                <a:solidFill>
                  <a:srgbClr val="C8D0DC"/>
                </a:solidFill>
                <a:latin typeface="Avenir Next"/>
                <a:ea typeface="Avenir Next"/>
                <a:cs typeface="Avenir Next"/>
              </a:defRPr>
            </a:pPr>
            <a:r>
              <a:rPr sz="825" b="1">
                <a:solidFill>
                  <a:srgbClr val="C8D0DC"/>
                </a:solidFill>
                <a:latin typeface="Avenir Next"/>
                <a:ea typeface="Avenir Next"/>
                <a:cs typeface="Avenir Next"/>
              </a:rPr>
              <a:t>10</a:t>
            </a:r>
          </a:p>
        </p:txBody>
      </p:sp>
    </p:spTree>
    <p:extLst>
      <p:ext uri="{BB962C8B-B14F-4D97-AF65-F5344CB8AC3E}">
        <p14:creationId xmlns:p14="http://schemas.microsoft.com/office/powerpoint/2010/main" val="973179660"/>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8752EF2-0003-4B59-81BA-A2D4EE128D0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41922"/>
          </a:solidFill>
          <a:ln xmlns:a="http://schemas.openxmlformats.org/drawingml/2006/main" w="0">
            <a:solidFill>
              <a:srgbClr val="141922"/>
            </a:solidFill>
            <a:prstDash val="solid"/>
          </a:ln>
        </p:spPr>
      </p:sp>
      <p:sp>
        <p:nvSpPr>
          <p:cNvPr id="2" name="">
            <a:extLst xmlns:a="http://schemas.openxmlformats.org/drawingml/2006/main">
              <a:ext uri="{FF2B5EF4-FFF2-40B4-BE49-F238E27FC236}">
                <a16:creationId xmlns:a16="http://schemas.microsoft.com/office/drawing/2014/main" id="{EECC08BE-4F08-4A0C-A8F9-BF67A673C733}"/>
              </a:ext>
            </a:extLst>
          </p:cNvPr>
          <p:cNvSpPr>
            <a:spLocks xmlns:a="http://schemas.openxmlformats.org/drawingml/2006/main" noGrp="1"/>
          </p:cNvSpPr>
          <p:nvPr/>
        </p:nvSpPr>
        <p:spPr>
          <a:xfrm xmlns:a="http://schemas.openxmlformats.org/drawingml/2006/main">
            <a:off x="-857250" y="-1428750"/>
            <a:ext cx="4953000" cy="4953000"/>
          </a:xfrm>
          <a:prstGeom xmlns:a="http://schemas.openxmlformats.org/drawingml/2006/main" prst="ellipse">
            <a:avLst/>
          </a:prstGeom>
          <a:solidFill xmlns:a="http://schemas.openxmlformats.org/drawingml/2006/main">
            <a:srgbClr val="6AA3FF">
              <a:alpha val="8627"/>
            </a:srgbClr>
          </a:solidFill>
          <a:ln xmlns:a="http://schemas.openxmlformats.org/drawingml/2006/main" w="0">
            <a:solidFill>
              <a:srgbClr val="6AA3FF">
                <a:alpha val="0"/>
              </a:srgbClr>
            </a:solidFill>
            <a:prstDash val="solid"/>
          </a:ln>
        </p:spPr>
      </p:sp>
      <p:sp>
        <p:nvSpPr>
          <p:cNvPr id="3" name="">
            <a:extLst xmlns:a="http://schemas.openxmlformats.org/drawingml/2006/main">
              <a:ext uri="{FF2B5EF4-FFF2-40B4-BE49-F238E27FC236}">
                <a16:creationId xmlns:a16="http://schemas.microsoft.com/office/drawing/2014/main" id="{454C1FC2-9938-4286-A3DE-941D4B328CF1}"/>
              </a:ext>
            </a:extLst>
          </p:cNvPr>
          <p:cNvSpPr>
            <a:spLocks xmlns:a="http://schemas.openxmlformats.org/drawingml/2006/main" noGrp="1"/>
          </p:cNvSpPr>
          <p:nvPr/>
        </p:nvSpPr>
        <p:spPr>
          <a:xfrm xmlns:a="http://schemas.openxmlformats.org/drawingml/2006/main">
            <a:off x="8953500" y="-1143000"/>
            <a:ext cx="4000500" cy="4000500"/>
          </a:xfrm>
          <a:prstGeom xmlns:a="http://schemas.openxmlformats.org/drawingml/2006/main" prst="ellipse">
            <a:avLst/>
          </a:prstGeom>
          <a:solidFill xmlns:a="http://schemas.openxmlformats.org/drawingml/2006/main">
            <a:srgbClr val="8AB6FF">
              <a:alpha val="6275"/>
            </a:srgbClr>
          </a:solidFill>
          <a:ln xmlns:a="http://schemas.openxmlformats.org/drawingml/2006/main" w="0">
            <a:solidFill>
              <a:srgbClr val="8AB6FF">
                <a:alpha val="0"/>
              </a:srgbClr>
            </a:solidFill>
            <a:prstDash val="solid"/>
          </a:ln>
        </p:spPr>
      </p:sp>
      <p:sp>
        <p:nvSpPr>
          <p:cNvPr id="4" name="">
            <a:extLst xmlns:a="http://schemas.openxmlformats.org/drawingml/2006/main">
              <a:ext uri="{FF2B5EF4-FFF2-40B4-BE49-F238E27FC236}">
                <a16:creationId xmlns:a16="http://schemas.microsoft.com/office/drawing/2014/main" id="{73BE207B-6C18-4D73-8BF1-3A9C16430D3A}"/>
              </a:ext>
            </a:extLst>
          </p:cNvPr>
          <p:cNvSpPr>
            <a:spLocks xmlns:a="http://schemas.openxmlformats.org/drawingml/2006/main" noGrp="1"/>
          </p:cNvSpPr>
          <p:nvPr/>
        </p:nvSpPr>
        <p:spPr>
          <a:xfrm xmlns:a="http://schemas.openxmlformats.org/drawingml/2006/main">
            <a:off x="8763000" y="4476750"/>
            <a:ext cx="3429000" cy="2476500"/>
          </a:xfrm>
          <a:prstGeom xmlns:a="http://schemas.openxmlformats.org/drawingml/2006/main" prst="ellipse">
            <a:avLst/>
          </a:prstGeom>
          <a:solidFill xmlns:a="http://schemas.openxmlformats.org/drawingml/2006/main">
            <a:srgbClr val="6AA3FF">
              <a:alpha val="6275"/>
            </a:srgbClr>
          </a:solidFill>
          <a:ln xmlns:a="http://schemas.openxmlformats.org/drawingml/2006/main" w="0">
            <a:solidFill>
              <a:srgbClr val="6AA3FF">
                <a:alpha val="0"/>
              </a:srgbClr>
            </a:solidFill>
            <a:prstDash val="solid"/>
          </a:ln>
        </p:spPr>
      </p:sp>
      <p:sp>
        <p:nvSpPr>
          <p:cNvPr id="5" name="">
            <a:extLst xmlns:a="http://schemas.openxmlformats.org/drawingml/2006/main">
              <a:ext uri="{FF2B5EF4-FFF2-40B4-BE49-F238E27FC236}">
                <a16:creationId xmlns:a16="http://schemas.microsoft.com/office/drawing/2014/main" id="{295384EC-5EFB-4E86-A02E-C1AC62B125CE}"/>
              </a:ext>
            </a:extLst>
          </p:cNvPr>
          <p:cNvSpPr>
            <a:spLocks xmlns:a="http://schemas.openxmlformats.org/drawingml/2006/main" noGrp="1"/>
          </p:cNvSpPr>
          <p:nvPr/>
        </p:nvSpPr>
        <p:spPr>
          <a:xfrm xmlns:a="http://schemas.openxmlformats.org/drawingml/2006/main">
            <a:off x="666750" y="476250"/>
            <a:ext cx="4381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6AA3FF"/>
                </a:solidFill>
                <a:latin typeface="Avenir Next"/>
                <a:ea typeface="Avenir Next"/>
                <a:cs typeface="Avenir Next"/>
              </a:defRPr>
            </a:pPr>
            <a:r>
              <a:rPr sz="750" b="1">
                <a:solidFill>
                  <a:srgbClr val="6AA3FF"/>
                </a:solidFill>
                <a:latin typeface="Avenir Next"/>
                <a:ea typeface="Avenir Next"/>
                <a:cs typeface="Avenir Next"/>
              </a:rPr>
              <a:t>VEILLE TECHNOLOGIQUE</a:t>
            </a:r>
          </a:p>
        </p:txBody>
      </p:sp>
      <p:sp>
        <p:nvSpPr>
          <p:cNvPr id="6" name="">
            <a:extLst xmlns:a="http://schemas.openxmlformats.org/drawingml/2006/main">
              <a:ext uri="{FF2B5EF4-FFF2-40B4-BE49-F238E27FC236}">
                <a16:creationId xmlns:a16="http://schemas.microsoft.com/office/drawing/2014/main" id="{6922DB55-D3B5-4ADD-8760-B62060246E0D}"/>
              </a:ext>
            </a:extLst>
          </p:cNvPr>
          <p:cNvSpPr>
            <a:spLocks xmlns:a="http://schemas.openxmlformats.org/drawingml/2006/main" noGrp="1"/>
          </p:cNvSpPr>
          <p:nvPr/>
        </p:nvSpPr>
        <p:spPr>
          <a:xfrm xmlns:a="http://schemas.openxmlformats.org/drawingml/2006/main">
            <a:off x="666750" y="742950"/>
            <a:ext cx="72390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75" b="1">
                <a:solidFill>
                  <a:srgbClr val="F5F6F8"/>
                </a:solidFill>
                <a:latin typeface="Avenir Next"/>
                <a:ea typeface="Avenir Next"/>
                <a:cs typeface="Avenir Next"/>
              </a:defRPr>
            </a:pPr>
            <a:r>
              <a:rPr sz="2175" b="1">
                <a:solidFill>
                  <a:srgbClr val="F5F6F8"/>
                </a:solidFill>
                <a:latin typeface="Avenir Next"/>
                <a:ea typeface="Avenir Next"/>
                <a:cs typeface="Avenir Next"/>
              </a:rPr>
              <a:t>Une veille simple, reguliere et reutilisable</a:t>
            </a:r>
          </a:p>
        </p:txBody>
      </p:sp>
      <p:sp>
        <p:nvSpPr>
          <p:cNvPr id="7" name="">
            <a:extLst xmlns:a="http://schemas.openxmlformats.org/drawingml/2006/main">
              <a:ext uri="{FF2B5EF4-FFF2-40B4-BE49-F238E27FC236}">
                <a16:creationId xmlns:a16="http://schemas.microsoft.com/office/drawing/2014/main" id="{995B7A64-E7B6-4D32-A6E0-D551D4446DCD}"/>
              </a:ext>
            </a:extLst>
          </p:cNvPr>
          <p:cNvSpPr>
            <a:spLocks xmlns:a="http://schemas.openxmlformats.org/drawingml/2006/main" noGrp="1"/>
          </p:cNvSpPr>
          <p:nvPr/>
        </p:nvSpPr>
        <p:spPr>
          <a:xfrm xmlns:a="http://schemas.openxmlformats.org/drawingml/2006/main">
            <a:off x="666750" y="1295400"/>
            <a:ext cx="74295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0">
                <a:solidFill>
                  <a:srgbClr val="C8D0DC"/>
                </a:solidFill>
                <a:latin typeface="Avenir Next"/>
                <a:ea typeface="Avenir Next"/>
                <a:cs typeface="Avenir Next"/>
              </a:defRPr>
            </a:pPr>
            <a:r>
              <a:rPr sz="1013" b="0">
                <a:solidFill>
                  <a:srgbClr val="C8D0DC"/>
                </a:solidFill>
                <a:latin typeface="Avenir Next"/>
                <a:ea typeface="Avenir Next"/>
                <a:cs typeface="Avenir Next"/>
              </a:rPr>
              <a:t>Une veille structuree, datee et exploitable pour le BTS SIO.</a:t>
            </a:r>
          </a:p>
        </p:txBody>
      </p:sp>
      <p:sp>
        <p:nvSpPr>
          <p:cNvPr id="8" name="">
            <a:extLst xmlns:a="http://schemas.openxmlformats.org/drawingml/2006/main">
              <a:ext uri="{FF2B5EF4-FFF2-40B4-BE49-F238E27FC236}">
                <a16:creationId xmlns:a16="http://schemas.microsoft.com/office/drawing/2014/main" id="{00C23AE3-B13A-4F00-9422-D720B490ED4F}"/>
              </a:ext>
            </a:extLst>
          </p:cNvPr>
          <p:cNvSpPr>
            <a:spLocks xmlns:a="http://schemas.openxmlformats.org/drawingml/2006/main" noGrp="1"/>
          </p:cNvSpPr>
          <p:nvPr/>
        </p:nvSpPr>
        <p:spPr>
          <a:xfrm xmlns:a="http://schemas.openxmlformats.org/drawingml/2006/main">
            <a:off x="666750" y="1962150"/>
            <a:ext cx="10858500" cy="1371600"/>
          </a:xfrm>
          <a:prstGeom xmlns:a="http://schemas.openxmlformats.org/drawingml/2006/main" prst="roundRect">
            <a:avLst>
              <a:gd name="adj" fmla="val 5556"/>
            </a:avLst>
          </a:prstGeom>
          <a:solidFill xmlns:a="http://schemas.openxmlformats.org/drawingml/2006/main">
            <a:srgbClr val="1C2532"/>
          </a:solidFill>
          <a:ln xmlns:a="http://schemas.openxmlformats.org/drawingml/2006/main" w="9525">
            <a:solidFill>
              <a:srgbClr val="34445A"/>
            </a:solidFill>
            <a:prstDash val="solid"/>
          </a:ln>
        </p:spPr>
      </p:sp>
      <p:sp>
        <p:nvSpPr>
          <p:cNvPr id="9" name="">
            <a:extLst xmlns:a="http://schemas.openxmlformats.org/drawingml/2006/main">
              <a:ext uri="{FF2B5EF4-FFF2-40B4-BE49-F238E27FC236}">
                <a16:creationId xmlns:a16="http://schemas.microsoft.com/office/drawing/2014/main" id="{C56D9249-1FCF-4896-81AB-1D72341C2CB8}"/>
              </a:ext>
            </a:extLst>
          </p:cNvPr>
          <p:cNvSpPr>
            <a:spLocks xmlns:a="http://schemas.openxmlformats.org/drawingml/2006/main" noGrp="1"/>
          </p:cNvSpPr>
          <p:nvPr/>
        </p:nvSpPr>
        <p:spPr>
          <a:xfrm xmlns:a="http://schemas.openxmlformats.org/drawingml/2006/main">
            <a:off x="933450" y="2247900"/>
            <a:ext cx="6096000" cy="723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88" b="0">
                <a:solidFill>
                  <a:srgbClr val="C8D0DC"/>
                </a:solidFill>
                <a:latin typeface="Avenir Next"/>
                <a:ea typeface="Avenir Next"/>
                <a:cs typeface="Avenir Next"/>
              </a:defRPr>
            </a:pPr>
            <a:r>
              <a:rPr sz="1088" b="0">
                <a:solidFill>
                  <a:srgbClr val="C8D0DC"/>
                </a:solidFill>
                <a:latin typeface="Avenir Next"/>
                <a:ea typeface="Avenir Next"/>
                <a:cs typeface="Avenir Next"/>
              </a:rPr>
              <a:t>Ma veille repose sur un cycle hebdomadaire: reception des informations, tri des contenus utiles, synthese assistee par IA puis relecture pour conserver les elements exploitables dans le cadre du BTS SIO SISR.</a:t>
            </a:r>
          </a:p>
        </p:txBody>
      </p:sp>
      <p:sp>
        <p:nvSpPr>
          <p:cNvPr id="10" name="">
            <a:extLst xmlns:a="http://schemas.openxmlformats.org/drawingml/2006/main">
              <a:ext uri="{FF2B5EF4-FFF2-40B4-BE49-F238E27FC236}">
                <a16:creationId xmlns:a16="http://schemas.microsoft.com/office/drawing/2014/main" id="{60B216EC-E9A2-4257-977A-9789D5939EC4}"/>
              </a:ext>
            </a:extLst>
          </p:cNvPr>
          <p:cNvSpPr>
            <a:spLocks xmlns:a="http://schemas.openxmlformats.org/drawingml/2006/main" noGrp="1"/>
          </p:cNvSpPr>
          <p:nvPr/>
        </p:nvSpPr>
        <p:spPr>
          <a:xfrm xmlns:a="http://schemas.openxmlformats.org/drawingml/2006/main">
            <a:off x="7524750" y="2324100"/>
            <a:ext cx="66675" cy="66675"/>
          </a:xfrm>
          <a:prstGeom xmlns:a="http://schemas.openxmlformats.org/drawingml/2006/main" prst="ellipse">
            <a:avLst/>
          </a:prstGeom>
          <a:solidFill xmlns:a="http://schemas.openxmlformats.org/drawingml/2006/main">
            <a:srgbClr val="6AA3FF"/>
          </a:solidFill>
          <a:ln xmlns:a="http://schemas.openxmlformats.org/drawingml/2006/main" w="0">
            <a:solidFill>
              <a:srgbClr val="6AA3FF"/>
            </a:solidFill>
            <a:prstDash val="solid"/>
          </a:ln>
        </p:spPr>
      </p:sp>
      <p:sp>
        <p:nvSpPr>
          <p:cNvPr id="11" name="">
            <a:extLst xmlns:a="http://schemas.openxmlformats.org/drawingml/2006/main">
              <a:ext uri="{FF2B5EF4-FFF2-40B4-BE49-F238E27FC236}">
                <a16:creationId xmlns:a16="http://schemas.microsoft.com/office/drawing/2014/main" id="{0903D0E5-5C0A-49C9-AEAA-1B4B6656943D}"/>
              </a:ext>
            </a:extLst>
          </p:cNvPr>
          <p:cNvSpPr>
            <a:spLocks xmlns:a="http://schemas.openxmlformats.org/drawingml/2006/main" noGrp="1"/>
          </p:cNvSpPr>
          <p:nvPr/>
        </p:nvSpPr>
        <p:spPr>
          <a:xfrm xmlns:a="http://schemas.openxmlformats.org/drawingml/2006/main">
            <a:off x="7696200" y="2247900"/>
            <a:ext cx="31623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EAF0F9"/>
                </a:solidFill>
                <a:latin typeface="Avenir Next"/>
                <a:ea typeface="Avenir Next"/>
                <a:cs typeface="Avenir Next"/>
              </a:defRPr>
            </a:pPr>
            <a:r>
              <a:rPr sz="938" b="0">
                <a:solidFill>
                  <a:srgbClr val="EAF0F9"/>
                </a:solidFill>
                <a:latin typeface="Avenir Next"/>
                <a:ea typeface="Avenir Next"/>
                <a:cs typeface="Avenir Next"/>
              </a:rPr>
              <a:t>1 revue par semaine</a:t>
            </a:r>
          </a:p>
        </p:txBody>
      </p:sp>
      <p:sp>
        <p:nvSpPr>
          <p:cNvPr id="12" name="">
            <a:extLst xmlns:a="http://schemas.openxmlformats.org/drawingml/2006/main">
              <a:ext uri="{FF2B5EF4-FFF2-40B4-BE49-F238E27FC236}">
                <a16:creationId xmlns:a16="http://schemas.microsoft.com/office/drawing/2014/main" id="{938F3738-874B-4821-8899-B02D2D86C4AE}"/>
              </a:ext>
            </a:extLst>
          </p:cNvPr>
          <p:cNvSpPr>
            <a:spLocks xmlns:a="http://schemas.openxmlformats.org/drawingml/2006/main" noGrp="1"/>
          </p:cNvSpPr>
          <p:nvPr/>
        </p:nvSpPr>
        <p:spPr>
          <a:xfrm xmlns:a="http://schemas.openxmlformats.org/drawingml/2006/main">
            <a:off x="7524750" y="2590800"/>
            <a:ext cx="66675" cy="66675"/>
          </a:xfrm>
          <a:prstGeom xmlns:a="http://schemas.openxmlformats.org/drawingml/2006/main" prst="ellipse">
            <a:avLst/>
          </a:prstGeom>
          <a:solidFill xmlns:a="http://schemas.openxmlformats.org/drawingml/2006/main">
            <a:srgbClr val="6AA3FF"/>
          </a:solidFill>
          <a:ln xmlns:a="http://schemas.openxmlformats.org/drawingml/2006/main" w="0">
            <a:solidFill>
              <a:srgbClr val="6AA3FF"/>
            </a:solidFill>
            <a:prstDash val="solid"/>
          </a:ln>
        </p:spPr>
      </p:sp>
      <p:sp>
        <p:nvSpPr>
          <p:cNvPr id="13" name="">
            <a:extLst xmlns:a="http://schemas.openxmlformats.org/drawingml/2006/main">
              <a:ext uri="{FF2B5EF4-FFF2-40B4-BE49-F238E27FC236}">
                <a16:creationId xmlns:a16="http://schemas.microsoft.com/office/drawing/2014/main" id="{FE9B4556-F5B2-4E5D-B411-4ACD1AC0D088}"/>
              </a:ext>
            </a:extLst>
          </p:cNvPr>
          <p:cNvSpPr>
            <a:spLocks xmlns:a="http://schemas.openxmlformats.org/drawingml/2006/main" noGrp="1"/>
          </p:cNvSpPr>
          <p:nvPr/>
        </p:nvSpPr>
        <p:spPr>
          <a:xfrm xmlns:a="http://schemas.openxmlformats.org/drawingml/2006/main">
            <a:off x="7696200" y="2514600"/>
            <a:ext cx="31623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EAF0F9"/>
                </a:solidFill>
                <a:latin typeface="Avenir Next"/>
                <a:ea typeface="Avenir Next"/>
                <a:cs typeface="Avenir Next"/>
              </a:defRPr>
            </a:pPr>
            <a:r>
              <a:rPr sz="938" b="0">
                <a:solidFill>
                  <a:srgbClr val="EAF0F9"/>
                </a:solidFill>
                <a:latin typeface="Avenir Next"/>
                <a:ea typeface="Avenir Next"/>
                <a:cs typeface="Avenir Next"/>
              </a:rPr>
              <a:t>Sources specialisees et officielles</a:t>
            </a:r>
          </a:p>
        </p:txBody>
      </p:sp>
      <p:sp>
        <p:nvSpPr>
          <p:cNvPr id="14" name="">
            <a:extLst xmlns:a="http://schemas.openxmlformats.org/drawingml/2006/main">
              <a:ext uri="{FF2B5EF4-FFF2-40B4-BE49-F238E27FC236}">
                <a16:creationId xmlns:a16="http://schemas.microsoft.com/office/drawing/2014/main" id="{56E587F5-E177-41D4-ABC5-B0666D34BA63}"/>
              </a:ext>
            </a:extLst>
          </p:cNvPr>
          <p:cNvSpPr>
            <a:spLocks xmlns:a="http://schemas.openxmlformats.org/drawingml/2006/main" noGrp="1"/>
          </p:cNvSpPr>
          <p:nvPr/>
        </p:nvSpPr>
        <p:spPr>
          <a:xfrm xmlns:a="http://schemas.openxmlformats.org/drawingml/2006/main">
            <a:off x="7524750" y="2857500"/>
            <a:ext cx="66675" cy="66675"/>
          </a:xfrm>
          <a:prstGeom xmlns:a="http://schemas.openxmlformats.org/drawingml/2006/main" prst="ellipse">
            <a:avLst/>
          </a:prstGeom>
          <a:solidFill xmlns:a="http://schemas.openxmlformats.org/drawingml/2006/main">
            <a:srgbClr val="6AA3FF"/>
          </a:solidFill>
          <a:ln xmlns:a="http://schemas.openxmlformats.org/drawingml/2006/main" w="0">
            <a:solidFill>
              <a:srgbClr val="6AA3FF"/>
            </a:solidFill>
            <a:prstDash val="solid"/>
          </a:ln>
        </p:spPr>
      </p:sp>
      <p:sp>
        <p:nvSpPr>
          <p:cNvPr id="15" name="">
            <a:extLst xmlns:a="http://schemas.openxmlformats.org/drawingml/2006/main">
              <a:ext uri="{FF2B5EF4-FFF2-40B4-BE49-F238E27FC236}">
                <a16:creationId xmlns:a16="http://schemas.microsoft.com/office/drawing/2014/main" id="{6B45F702-9006-4ABF-A523-D3314C1791CA}"/>
              </a:ext>
            </a:extLst>
          </p:cNvPr>
          <p:cNvSpPr>
            <a:spLocks xmlns:a="http://schemas.openxmlformats.org/drawingml/2006/main" noGrp="1"/>
          </p:cNvSpPr>
          <p:nvPr/>
        </p:nvSpPr>
        <p:spPr>
          <a:xfrm xmlns:a="http://schemas.openxmlformats.org/drawingml/2006/main">
            <a:off x="7696200" y="2781300"/>
            <a:ext cx="31623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EAF0F9"/>
                </a:solidFill>
                <a:latin typeface="Avenir Next"/>
                <a:ea typeface="Avenir Next"/>
                <a:cs typeface="Avenir Next"/>
              </a:defRPr>
            </a:pPr>
            <a:r>
              <a:rPr sz="938" b="0">
                <a:solidFill>
                  <a:srgbClr val="EAF0F9"/>
                </a:solidFill>
                <a:latin typeface="Avenir Next"/>
                <a:ea typeface="Avenir Next"/>
                <a:cs typeface="Avenir Next"/>
              </a:rPr>
              <a:t>Syntheses datees et exploitables a l'oral</a:t>
            </a:r>
          </a:p>
        </p:txBody>
      </p:sp>
      <p:sp>
        <p:nvSpPr>
          <p:cNvPr id="16" name="">
            <a:extLst xmlns:a="http://schemas.openxmlformats.org/drawingml/2006/main">
              <a:ext uri="{FF2B5EF4-FFF2-40B4-BE49-F238E27FC236}">
                <a16:creationId xmlns:a16="http://schemas.microsoft.com/office/drawing/2014/main" id="{AA864745-A59C-4BC2-9828-4D5B33A2F6B4}"/>
              </a:ext>
            </a:extLst>
          </p:cNvPr>
          <p:cNvSpPr>
            <a:spLocks xmlns:a="http://schemas.openxmlformats.org/drawingml/2006/main" noGrp="1"/>
          </p:cNvSpPr>
          <p:nvPr/>
        </p:nvSpPr>
        <p:spPr>
          <a:xfrm xmlns:a="http://schemas.openxmlformats.org/drawingml/2006/main">
            <a:off x="666750" y="3771900"/>
            <a:ext cx="5143500" cy="1809750"/>
          </a:xfrm>
          <a:prstGeom xmlns:a="http://schemas.openxmlformats.org/drawingml/2006/main" prst="roundRect">
            <a:avLst>
              <a:gd name="adj" fmla="val 4211"/>
            </a:avLst>
          </a:prstGeom>
          <a:solidFill xmlns:a="http://schemas.openxmlformats.org/drawingml/2006/main">
            <a:srgbClr val="1B2431"/>
          </a:solidFill>
          <a:ln xmlns:a="http://schemas.openxmlformats.org/drawingml/2006/main" w="9525">
            <a:solidFill>
              <a:srgbClr val="34445A"/>
            </a:solidFill>
            <a:prstDash val="solid"/>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d688168758c44e67">
            <a:extLst>
              <a:ext uri="{96DAC541-7B7A-43D3-8B79-37D633B846F1}">
                <asvg:svgBlip xmlns:asvg="http://schemas.microsoft.com/office/drawing/2016/SVG/main" r:embed="R39c7b86a88774f1b"/>
              </a:ext>
            </a:extLst>
          </a:blip>
          <a:stretch xmlns:a="http://schemas.openxmlformats.org/drawingml/2006/main"/>
        </p:blipFill>
        <p:spPr>
          <a:xfrm xmlns:a="http://schemas.openxmlformats.org/drawingml/2006/main">
            <a:off x="895350" y="4038600"/>
            <a:ext cx="323850" cy="323850"/>
          </a:xfrm>
          <a:prstGeom xmlns:a="http://schemas.openxmlformats.org/drawingml/2006/main" prst="rect">
            <a:avLst/>
          </a:prstGeom>
        </p:spPr>
      </p:pic>
      <p:sp>
        <p:nvSpPr>
          <p:cNvPr id="18" name="">
            <a:extLst xmlns:a="http://schemas.openxmlformats.org/drawingml/2006/main">
              <a:ext uri="{FF2B5EF4-FFF2-40B4-BE49-F238E27FC236}">
                <a16:creationId xmlns:a16="http://schemas.microsoft.com/office/drawing/2014/main" id="{C1FE6577-1029-4506-B422-3239973DB0E2}"/>
              </a:ext>
            </a:extLst>
          </p:cNvPr>
          <p:cNvSpPr>
            <a:spLocks xmlns:a="http://schemas.openxmlformats.org/drawingml/2006/main" noGrp="1"/>
          </p:cNvSpPr>
          <p:nvPr/>
        </p:nvSpPr>
        <p:spPr>
          <a:xfrm xmlns:a="http://schemas.openxmlformats.org/drawingml/2006/main">
            <a:off x="4305300" y="4038600"/>
            <a:ext cx="1238250" cy="228600"/>
          </a:xfrm>
          <a:prstGeom xmlns:a="http://schemas.openxmlformats.org/drawingml/2006/main" prst="roundRect">
            <a:avLst>
              <a:gd name="adj" fmla="val 33333"/>
            </a:avLst>
          </a:prstGeom>
          <a:solidFill xmlns:a="http://schemas.openxmlformats.org/drawingml/2006/main">
            <a:srgbClr val="6AA3FF">
              <a:alpha val="10196"/>
            </a:srgbClr>
          </a:solidFill>
          <a:ln xmlns:a="http://schemas.openxmlformats.org/drawingml/2006/main" w="9525">
            <a:solidFill>
              <a:srgbClr val="6AA3FF">
                <a:alpha val="26667"/>
              </a:srgbClr>
            </a:solidFill>
            <a:prstDash val="solid"/>
          </a:ln>
        </p:spPr>
      </p:sp>
      <p:sp>
        <p:nvSpPr>
          <p:cNvPr id="19" name="">
            <a:extLst xmlns:a="http://schemas.openxmlformats.org/drawingml/2006/main">
              <a:ext uri="{FF2B5EF4-FFF2-40B4-BE49-F238E27FC236}">
                <a16:creationId xmlns:a16="http://schemas.microsoft.com/office/drawing/2014/main" id="{921CC3FB-1004-4DC7-A1D8-30B21EFB1177}"/>
              </a:ext>
            </a:extLst>
          </p:cNvPr>
          <p:cNvSpPr>
            <a:spLocks xmlns:a="http://schemas.openxmlformats.org/drawingml/2006/main" noGrp="1"/>
          </p:cNvSpPr>
          <p:nvPr/>
        </p:nvSpPr>
        <p:spPr>
          <a:xfrm xmlns:a="http://schemas.openxmlformats.org/drawingml/2006/main">
            <a:off x="4419600" y="4105275"/>
            <a:ext cx="100965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75" b="1">
                <a:solidFill>
                  <a:srgbClr val="EAF0F9"/>
                </a:solidFill>
                <a:latin typeface="Avenir Next"/>
                <a:ea typeface="Avenir Next"/>
                <a:cs typeface="Avenir Next"/>
              </a:defRPr>
            </a:pPr>
            <a:r>
              <a:rPr sz="675" b="1">
                <a:solidFill>
                  <a:srgbClr val="EAF0F9"/>
                </a:solidFill>
                <a:latin typeface="Avenir Next"/>
                <a:ea typeface="Avenir Next"/>
                <a:cs typeface="Avenir Next"/>
              </a:rPr>
              <a:t>Sujet prioritaire</a:t>
            </a:r>
          </a:p>
        </p:txBody>
      </p:sp>
      <p:sp>
        <p:nvSpPr>
          <p:cNvPr id="20" name="">
            <a:extLst xmlns:a="http://schemas.openxmlformats.org/drawingml/2006/main">
              <a:ext uri="{FF2B5EF4-FFF2-40B4-BE49-F238E27FC236}">
                <a16:creationId xmlns:a16="http://schemas.microsoft.com/office/drawing/2014/main" id="{5F40F16B-291F-4386-AD7F-D3D9543CB34F}"/>
              </a:ext>
            </a:extLst>
          </p:cNvPr>
          <p:cNvSpPr>
            <a:spLocks xmlns:a="http://schemas.openxmlformats.org/drawingml/2006/main" noGrp="1"/>
          </p:cNvSpPr>
          <p:nvPr/>
        </p:nvSpPr>
        <p:spPr>
          <a:xfrm xmlns:a="http://schemas.openxmlformats.org/drawingml/2006/main">
            <a:off x="1371600" y="4038600"/>
            <a:ext cx="2381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5F6F8"/>
                </a:solidFill>
                <a:latin typeface="Avenir Next"/>
                <a:ea typeface="Avenir Next"/>
                <a:cs typeface="Avenir Next"/>
              </a:defRPr>
            </a:pPr>
            <a:r>
              <a:rPr sz="1350" b="1">
                <a:solidFill>
                  <a:srgbClr val="F5F6F8"/>
                </a:solidFill>
                <a:latin typeface="Avenir Next"/>
                <a:ea typeface="Avenir Next"/>
                <a:cs typeface="Avenir Next"/>
              </a:rPr>
              <a:t>Cybersecurite</a:t>
            </a:r>
          </a:p>
        </p:txBody>
      </p:sp>
      <p:sp>
        <p:nvSpPr>
          <p:cNvPr id="21" name="">
            <a:extLst xmlns:a="http://schemas.openxmlformats.org/drawingml/2006/main">
              <a:ext uri="{FF2B5EF4-FFF2-40B4-BE49-F238E27FC236}">
                <a16:creationId xmlns:a16="http://schemas.microsoft.com/office/drawing/2014/main" id="{E3760BF9-C249-4A2D-B767-30A8DEC05303}"/>
              </a:ext>
            </a:extLst>
          </p:cNvPr>
          <p:cNvSpPr>
            <a:spLocks xmlns:a="http://schemas.openxmlformats.org/drawingml/2006/main" noGrp="1"/>
          </p:cNvSpPr>
          <p:nvPr/>
        </p:nvSpPr>
        <p:spPr>
          <a:xfrm xmlns:a="http://schemas.openxmlformats.org/drawingml/2006/main">
            <a:off x="895350" y="4514850"/>
            <a:ext cx="4648200" cy="704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C8D0DC"/>
                </a:solidFill>
                <a:latin typeface="Avenir Next"/>
                <a:ea typeface="Avenir Next"/>
                <a:cs typeface="Avenir Next"/>
              </a:defRPr>
            </a:pPr>
            <a:r>
              <a:rPr sz="975" b="0">
                <a:solidFill>
                  <a:srgbClr val="C8D0DC"/>
                </a:solidFill>
                <a:latin typeface="Avenir Next"/>
                <a:ea typeface="Avenir Next"/>
                <a:cs typeface="Avenir Next"/>
              </a:rPr>
              <a:t>Suivi des vulnerabilites, recommandations de l'ANSSI et alertes utiles pour la securisation des systemes et reseaux.</a:t>
            </a:r>
          </a:p>
        </p:txBody>
      </p:sp>
      <p:sp>
        <p:nvSpPr>
          <p:cNvPr id="22" name="">
            <a:extLst xmlns:a="http://schemas.openxmlformats.org/drawingml/2006/main">
              <a:ext uri="{FF2B5EF4-FFF2-40B4-BE49-F238E27FC236}">
                <a16:creationId xmlns:a16="http://schemas.microsoft.com/office/drawing/2014/main" id="{C6E59B09-7DDC-419B-8F78-45636AED3A17}"/>
              </a:ext>
            </a:extLst>
          </p:cNvPr>
          <p:cNvSpPr>
            <a:spLocks xmlns:a="http://schemas.openxmlformats.org/drawingml/2006/main" noGrp="1"/>
          </p:cNvSpPr>
          <p:nvPr/>
        </p:nvSpPr>
        <p:spPr>
          <a:xfrm xmlns:a="http://schemas.openxmlformats.org/drawingml/2006/main">
            <a:off x="6096000" y="3771900"/>
            <a:ext cx="5143500" cy="1809750"/>
          </a:xfrm>
          <a:prstGeom xmlns:a="http://schemas.openxmlformats.org/drawingml/2006/main" prst="roundRect">
            <a:avLst>
              <a:gd name="adj" fmla="val 4211"/>
            </a:avLst>
          </a:prstGeom>
          <a:solidFill xmlns:a="http://schemas.openxmlformats.org/drawingml/2006/main">
            <a:srgbClr val="1B2431"/>
          </a:solidFill>
          <a:ln xmlns:a="http://schemas.openxmlformats.org/drawingml/2006/main" w="9525">
            <a:solidFill>
              <a:srgbClr val="34445A"/>
            </a:solidFill>
            <a:prstDash val="solid"/>
          </a:ln>
        </p:spPr>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7e3b47db802c4178">
            <a:extLst>
              <a:ext uri="{96DAC541-7B7A-43D3-8B79-37D633B846F1}">
                <asvg:svgBlip xmlns:asvg="http://schemas.microsoft.com/office/drawing/2016/SVG/main" r:embed="Rf7e93a7057b7456a"/>
              </a:ext>
            </a:extLst>
          </a:blip>
          <a:stretch xmlns:a="http://schemas.openxmlformats.org/drawingml/2006/main"/>
        </p:blipFill>
        <p:spPr>
          <a:xfrm xmlns:a="http://schemas.openxmlformats.org/drawingml/2006/main">
            <a:off x="6324600" y="4038600"/>
            <a:ext cx="323850" cy="323850"/>
          </a:xfrm>
          <a:prstGeom xmlns:a="http://schemas.openxmlformats.org/drawingml/2006/main" prst="rect">
            <a:avLst/>
          </a:prstGeom>
        </p:spPr>
      </p:pic>
      <p:sp>
        <p:nvSpPr>
          <p:cNvPr id="24" name="">
            <a:extLst xmlns:a="http://schemas.openxmlformats.org/drawingml/2006/main">
              <a:ext uri="{FF2B5EF4-FFF2-40B4-BE49-F238E27FC236}">
                <a16:creationId xmlns:a16="http://schemas.microsoft.com/office/drawing/2014/main" id="{6A7EC9D4-433B-40E4-9471-D39F9FF7E803}"/>
              </a:ext>
            </a:extLst>
          </p:cNvPr>
          <p:cNvSpPr>
            <a:spLocks xmlns:a="http://schemas.openxmlformats.org/drawingml/2006/main" noGrp="1"/>
          </p:cNvSpPr>
          <p:nvPr/>
        </p:nvSpPr>
        <p:spPr>
          <a:xfrm xmlns:a="http://schemas.openxmlformats.org/drawingml/2006/main">
            <a:off x="9734550" y="4038600"/>
            <a:ext cx="1238250" cy="228600"/>
          </a:xfrm>
          <a:prstGeom xmlns:a="http://schemas.openxmlformats.org/drawingml/2006/main" prst="roundRect">
            <a:avLst>
              <a:gd name="adj" fmla="val 33333"/>
            </a:avLst>
          </a:prstGeom>
          <a:solidFill xmlns:a="http://schemas.openxmlformats.org/drawingml/2006/main">
            <a:srgbClr val="6AA3FF">
              <a:alpha val="10196"/>
            </a:srgbClr>
          </a:solidFill>
          <a:ln xmlns:a="http://schemas.openxmlformats.org/drawingml/2006/main" w="9525">
            <a:solidFill>
              <a:srgbClr val="6AA3FF">
                <a:alpha val="26667"/>
              </a:srgbClr>
            </a:solidFill>
            <a:prstDash val="solid"/>
          </a:ln>
        </p:spPr>
      </p:sp>
      <p:sp>
        <p:nvSpPr>
          <p:cNvPr id="25" name="">
            <a:extLst xmlns:a="http://schemas.openxmlformats.org/drawingml/2006/main">
              <a:ext uri="{FF2B5EF4-FFF2-40B4-BE49-F238E27FC236}">
                <a16:creationId xmlns:a16="http://schemas.microsoft.com/office/drawing/2014/main" id="{27113FF5-0A83-4CE2-8982-7A95478E194F}"/>
              </a:ext>
            </a:extLst>
          </p:cNvPr>
          <p:cNvSpPr>
            <a:spLocks xmlns:a="http://schemas.openxmlformats.org/drawingml/2006/main" noGrp="1"/>
          </p:cNvSpPr>
          <p:nvPr/>
        </p:nvSpPr>
        <p:spPr>
          <a:xfrm xmlns:a="http://schemas.openxmlformats.org/drawingml/2006/main">
            <a:off x="9848850" y="4105275"/>
            <a:ext cx="100965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75" b="1">
                <a:solidFill>
                  <a:srgbClr val="EAF0F9"/>
                </a:solidFill>
                <a:latin typeface="Avenir Next"/>
                <a:ea typeface="Avenir Next"/>
                <a:cs typeface="Avenir Next"/>
              </a:defRPr>
            </a:pPr>
            <a:r>
              <a:rPr sz="675" b="1">
                <a:solidFill>
                  <a:srgbClr val="EAF0F9"/>
                </a:solidFill>
                <a:latin typeface="Avenir Next"/>
                <a:ea typeface="Avenir Next"/>
                <a:cs typeface="Avenir Next"/>
              </a:rPr>
              <a:t>Sujet complementaire</a:t>
            </a:r>
          </a:p>
        </p:txBody>
      </p:sp>
      <p:sp>
        <p:nvSpPr>
          <p:cNvPr id="26" name="">
            <a:extLst xmlns:a="http://schemas.openxmlformats.org/drawingml/2006/main">
              <a:ext uri="{FF2B5EF4-FFF2-40B4-BE49-F238E27FC236}">
                <a16:creationId xmlns:a16="http://schemas.microsoft.com/office/drawing/2014/main" id="{4950EBCE-2473-41A2-A936-33EDA755C54E}"/>
              </a:ext>
            </a:extLst>
          </p:cNvPr>
          <p:cNvSpPr>
            <a:spLocks xmlns:a="http://schemas.openxmlformats.org/drawingml/2006/main" noGrp="1"/>
          </p:cNvSpPr>
          <p:nvPr/>
        </p:nvSpPr>
        <p:spPr>
          <a:xfrm xmlns:a="http://schemas.openxmlformats.org/drawingml/2006/main">
            <a:off x="6800850" y="4038600"/>
            <a:ext cx="2381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5F6F8"/>
                </a:solidFill>
                <a:latin typeface="Avenir Next"/>
                <a:ea typeface="Avenir Next"/>
                <a:cs typeface="Avenir Next"/>
              </a:defRPr>
            </a:pPr>
            <a:r>
              <a:rPr sz="1350" b="1">
                <a:solidFill>
                  <a:srgbClr val="F5F6F8"/>
                </a:solidFill>
                <a:latin typeface="Avenir Next"/>
                <a:ea typeface="Avenir Next"/>
                <a:cs typeface="Avenir Next"/>
              </a:rPr>
              <a:t>Intelligence artificielle</a:t>
            </a:r>
          </a:p>
        </p:txBody>
      </p:sp>
      <p:sp>
        <p:nvSpPr>
          <p:cNvPr id="27" name="">
            <a:extLst xmlns:a="http://schemas.openxmlformats.org/drawingml/2006/main">
              <a:ext uri="{FF2B5EF4-FFF2-40B4-BE49-F238E27FC236}">
                <a16:creationId xmlns:a16="http://schemas.microsoft.com/office/drawing/2014/main" id="{A49E25B5-C8EB-49DC-BB79-4A77C11314E6}"/>
              </a:ext>
            </a:extLst>
          </p:cNvPr>
          <p:cNvSpPr>
            <a:spLocks xmlns:a="http://schemas.openxmlformats.org/drawingml/2006/main" noGrp="1"/>
          </p:cNvSpPr>
          <p:nvPr/>
        </p:nvSpPr>
        <p:spPr>
          <a:xfrm xmlns:a="http://schemas.openxmlformats.org/drawingml/2006/main">
            <a:off x="6324600" y="4514850"/>
            <a:ext cx="4648200" cy="704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C8D0DC"/>
                </a:solidFill>
                <a:latin typeface="Avenir Next"/>
                <a:ea typeface="Avenir Next"/>
                <a:cs typeface="Avenir Next"/>
              </a:defRPr>
            </a:pPr>
            <a:r>
              <a:rPr sz="975" b="0">
                <a:solidFill>
                  <a:srgbClr val="C8D0DC"/>
                </a:solidFill>
                <a:latin typeface="Avenir Next"/>
                <a:ea typeface="Avenir Next"/>
                <a:cs typeface="Avenir Next"/>
              </a:rPr>
              <a:t>Suivi des evolutions de l'IA, de ses usages professionnels, de ses enjeux de conformite et de son impact sur les pratiques IT.</a:t>
            </a:r>
          </a:p>
        </p:txBody>
      </p:sp>
      <p:sp>
        <p:nvSpPr>
          <p:cNvPr id="28" name="">
            <a:extLst xmlns:a="http://schemas.openxmlformats.org/drawingml/2006/main">
              <a:ext uri="{FF2B5EF4-FFF2-40B4-BE49-F238E27FC236}">
                <a16:creationId xmlns:a16="http://schemas.microsoft.com/office/drawing/2014/main" id="{867D9834-FDE7-45BD-8783-68AE8C862B19}"/>
              </a:ext>
            </a:extLst>
          </p:cNvPr>
          <p:cNvSpPr>
            <a:spLocks xmlns:a="http://schemas.openxmlformats.org/drawingml/2006/main" noGrp="1"/>
          </p:cNvSpPr>
          <p:nvPr/>
        </p:nvSpPr>
        <p:spPr>
          <a:xfrm xmlns:a="http://schemas.openxmlformats.org/drawingml/2006/main">
            <a:off x="666750" y="6438900"/>
            <a:ext cx="10858500" cy="9525"/>
          </a:xfrm>
          <a:prstGeom xmlns:a="http://schemas.openxmlformats.org/drawingml/2006/main" prst="rect">
            <a:avLst/>
          </a:prstGeom>
          <a:solidFill xmlns:a="http://schemas.openxmlformats.org/drawingml/2006/main">
            <a:srgbClr val="3A475C">
              <a:alpha val="66667"/>
            </a:srgbClr>
          </a:solidFill>
          <a:ln xmlns:a="http://schemas.openxmlformats.org/drawingml/2006/main" w="0">
            <a:solidFill>
              <a:srgbClr val="3A475C">
                <a:alpha val="66667"/>
              </a:srgbClr>
            </a:solidFill>
            <a:prstDash val="solid"/>
          </a:ln>
        </p:spPr>
      </p:sp>
      <p:sp>
        <p:nvSpPr>
          <p:cNvPr id="29" name="">
            <a:extLst xmlns:a="http://schemas.openxmlformats.org/drawingml/2006/main">
              <a:ext uri="{FF2B5EF4-FFF2-40B4-BE49-F238E27FC236}">
                <a16:creationId xmlns:a16="http://schemas.microsoft.com/office/drawing/2014/main" id="{D3419BA5-FEF9-4AA5-810D-4F3CCAAAAD65}"/>
              </a:ext>
            </a:extLst>
          </p:cNvPr>
          <p:cNvSpPr>
            <a:spLocks xmlns:a="http://schemas.openxmlformats.org/drawingml/2006/main" noGrp="1"/>
          </p:cNvSpPr>
          <p:nvPr/>
        </p:nvSpPr>
        <p:spPr>
          <a:xfrm xmlns:a="http://schemas.openxmlformats.org/drawingml/2006/main">
            <a:off x="666750" y="6534150"/>
            <a:ext cx="8572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C8D0DC"/>
                </a:solidFill>
                <a:latin typeface="Avenir Next"/>
                <a:ea typeface="Avenir Next"/>
                <a:cs typeface="Avenir Next"/>
              </a:defRPr>
            </a:pPr>
            <a:r>
              <a:rPr sz="638" b="0">
                <a:solidFill>
                  <a:srgbClr val="C8D0DC"/>
                </a:solidFill>
                <a:latin typeface="Avenir Next"/>
                <a:ea typeface="Avenir Next"/>
                <a:cs typeface="Avenir Next"/>
              </a:rPr>
              <a:t>Portfolio BTS SIO SISR</a:t>
            </a:r>
          </a:p>
        </p:txBody>
      </p:sp>
      <p:sp>
        <p:nvSpPr>
          <p:cNvPr id="30" name="">
            <a:extLst xmlns:a="http://schemas.openxmlformats.org/drawingml/2006/main">
              <a:ext uri="{FF2B5EF4-FFF2-40B4-BE49-F238E27FC236}">
                <a16:creationId xmlns:a16="http://schemas.microsoft.com/office/drawing/2014/main" id="{0A276C4A-FF4E-4CAE-B120-68A60258859A}"/>
              </a:ext>
            </a:extLst>
          </p:cNvPr>
          <p:cNvSpPr>
            <a:spLocks xmlns:a="http://schemas.openxmlformats.org/drawingml/2006/main" noGrp="1"/>
          </p:cNvSpPr>
          <p:nvPr/>
        </p:nvSpPr>
        <p:spPr>
          <a:xfrm xmlns:a="http://schemas.openxmlformats.org/drawingml/2006/main">
            <a:off x="11049000" y="6496050"/>
            <a:ext cx="4762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825" b="1">
                <a:solidFill>
                  <a:srgbClr val="C8D0DC"/>
                </a:solidFill>
                <a:latin typeface="Avenir Next"/>
                <a:ea typeface="Avenir Next"/>
                <a:cs typeface="Avenir Next"/>
              </a:defRPr>
            </a:pPr>
            <a:r>
              <a:rPr sz="825" b="1">
                <a:solidFill>
                  <a:srgbClr val="C8D0DC"/>
                </a:solidFill>
                <a:latin typeface="Avenir Next"/>
                <a:ea typeface="Avenir Next"/>
                <a:cs typeface="Avenir Next"/>
              </a:rPr>
              <a:t>11</a:t>
            </a:r>
          </a:p>
        </p:txBody>
      </p:sp>
    </p:spTree>
    <p:extLst>
      <p:ext uri="{BB962C8B-B14F-4D97-AF65-F5344CB8AC3E}">
        <p14:creationId xmlns:p14="http://schemas.microsoft.com/office/powerpoint/2010/main" val="2139839989"/>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72F342E-2F00-4D01-9EEE-91240EFD958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41922"/>
          </a:solidFill>
          <a:ln xmlns:a="http://schemas.openxmlformats.org/drawingml/2006/main" w="0">
            <a:solidFill>
              <a:srgbClr val="141922"/>
            </a:solidFill>
            <a:prstDash val="solid"/>
          </a:ln>
        </p:spPr>
      </p:sp>
      <p:sp>
        <p:nvSpPr>
          <p:cNvPr id="2" name="">
            <a:extLst xmlns:a="http://schemas.openxmlformats.org/drawingml/2006/main">
              <a:ext uri="{FF2B5EF4-FFF2-40B4-BE49-F238E27FC236}">
                <a16:creationId xmlns:a16="http://schemas.microsoft.com/office/drawing/2014/main" id="{F5C2CA59-77DC-4FB0-84D4-6DBE2468DC10}"/>
              </a:ext>
            </a:extLst>
          </p:cNvPr>
          <p:cNvSpPr>
            <a:spLocks xmlns:a="http://schemas.openxmlformats.org/drawingml/2006/main" noGrp="1"/>
          </p:cNvSpPr>
          <p:nvPr/>
        </p:nvSpPr>
        <p:spPr>
          <a:xfrm xmlns:a="http://schemas.openxmlformats.org/drawingml/2006/main">
            <a:off x="-857250" y="-1428750"/>
            <a:ext cx="4953000" cy="4953000"/>
          </a:xfrm>
          <a:prstGeom xmlns:a="http://schemas.openxmlformats.org/drawingml/2006/main" prst="ellipse">
            <a:avLst/>
          </a:prstGeom>
          <a:solidFill xmlns:a="http://schemas.openxmlformats.org/drawingml/2006/main">
            <a:srgbClr val="6AA3FF">
              <a:alpha val="8627"/>
            </a:srgbClr>
          </a:solidFill>
          <a:ln xmlns:a="http://schemas.openxmlformats.org/drawingml/2006/main" w="0">
            <a:solidFill>
              <a:srgbClr val="6AA3FF">
                <a:alpha val="0"/>
              </a:srgbClr>
            </a:solidFill>
            <a:prstDash val="solid"/>
          </a:ln>
        </p:spPr>
      </p:sp>
      <p:sp>
        <p:nvSpPr>
          <p:cNvPr id="3" name="">
            <a:extLst xmlns:a="http://schemas.openxmlformats.org/drawingml/2006/main">
              <a:ext uri="{FF2B5EF4-FFF2-40B4-BE49-F238E27FC236}">
                <a16:creationId xmlns:a16="http://schemas.microsoft.com/office/drawing/2014/main" id="{EDAED2FB-9C7A-4031-B9BB-F62D6C991603}"/>
              </a:ext>
            </a:extLst>
          </p:cNvPr>
          <p:cNvSpPr>
            <a:spLocks xmlns:a="http://schemas.openxmlformats.org/drawingml/2006/main" noGrp="1"/>
          </p:cNvSpPr>
          <p:nvPr/>
        </p:nvSpPr>
        <p:spPr>
          <a:xfrm xmlns:a="http://schemas.openxmlformats.org/drawingml/2006/main">
            <a:off x="8953500" y="-1143000"/>
            <a:ext cx="4000500" cy="4000500"/>
          </a:xfrm>
          <a:prstGeom xmlns:a="http://schemas.openxmlformats.org/drawingml/2006/main" prst="ellipse">
            <a:avLst/>
          </a:prstGeom>
          <a:solidFill xmlns:a="http://schemas.openxmlformats.org/drawingml/2006/main">
            <a:srgbClr val="8AB6FF">
              <a:alpha val="6275"/>
            </a:srgbClr>
          </a:solidFill>
          <a:ln xmlns:a="http://schemas.openxmlformats.org/drawingml/2006/main" w="0">
            <a:solidFill>
              <a:srgbClr val="8AB6FF">
                <a:alpha val="0"/>
              </a:srgbClr>
            </a:solidFill>
            <a:prstDash val="solid"/>
          </a:ln>
        </p:spPr>
      </p:sp>
      <p:sp>
        <p:nvSpPr>
          <p:cNvPr id="4" name="">
            <a:extLst xmlns:a="http://schemas.openxmlformats.org/drawingml/2006/main">
              <a:ext uri="{FF2B5EF4-FFF2-40B4-BE49-F238E27FC236}">
                <a16:creationId xmlns:a16="http://schemas.microsoft.com/office/drawing/2014/main" id="{DCDA8071-EB9E-4990-AD57-C43628877A0A}"/>
              </a:ext>
            </a:extLst>
          </p:cNvPr>
          <p:cNvSpPr>
            <a:spLocks xmlns:a="http://schemas.openxmlformats.org/drawingml/2006/main" noGrp="1"/>
          </p:cNvSpPr>
          <p:nvPr/>
        </p:nvSpPr>
        <p:spPr>
          <a:xfrm xmlns:a="http://schemas.openxmlformats.org/drawingml/2006/main">
            <a:off x="8763000" y="4476750"/>
            <a:ext cx="3429000" cy="2476500"/>
          </a:xfrm>
          <a:prstGeom xmlns:a="http://schemas.openxmlformats.org/drawingml/2006/main" prst="ellipse">
            <a:avLst/>
          </a:prstGeom>
          <a:solidFill xmlns:a="http://schemas.openxmlformats.org/drawingml/2006/main">
            <a:srgbClr val="6AA3FF">
              <a:alpha val="6275"/>
            </a:srgbClr>
          </a:solidFill>
          <a:ln xmlns:a="http://schemas.openxmlformats.org/drawingml/2006/main" w="0">
            <a:solidFill>
              <a:srgbClr val="6AA3FF">
                <a:alpha val="0"/>
              </a:srgbClr>
            </a:solidFill>
            <a:prstDash val="solid"/>
          </a:ln>
        </p:spPr>
      </p:sp>
      <p:sp>
        <p:nvSpPr>
          <p:cNvPr id="5" name="">
            <a:extLst xmlns:a="http://schemas.openxmlformats.org/drawingml/2006/main">
              <a:ext uri="{FF2B5EF4-FFF2-40B4-BE49-F238E27FC236}">
                <a16:creationId xmlns:a16="http://schemas.microsoft.com/office/drawing/2014/main" id="{4EF0D6EF-E7AD-4A84-8027-20C8F020F5EF}"/>
              </a:ext>
            </a:extLst>
          </p:cNvPr>
          <p:cNvSpPr>
            <a:spLocks xmlns:a="http://schemas.openxmlformats.org/drawingml/2006/main" noGrp="1"/>
          </p:cNvSpPr>
          <p:nvPr/>
        </p:nvSpPr>
        <p:spPr>
          <a:xfrm xmlns:a="http://schemas.openxmlformats.org/drawingml/2006/main">
            <a:off x="666750" y="476250"/>
            <a:ext cx="4381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6AA3FF"/>
                </a:solidFill>
                <a:latin typeface="Avenir Next"/>
                <a:ea typeface="Avenir Next"/>
                <a:cs typeface="Avenir Next"/>
              </a:defRPr>
            </a:pPr>
            <a:r>
              <a:rPr sz="750" b="1">
                <a:solidFill>
                  <a:srgbClr val="6AA3FF"/>
                </a:solidFill>
                <a:latin typeface="Avenir Next"/>
                <a:ea typeface="Avenir Next"/>
                <a:cs typeface="Avenir Next"/>
              </a:rPr>
              <a:t>CONTACT</a:t>
            </a:r>
          </a:p>
        </p:txBody>
      </p:sp>
      <p:sp>
        <p:nvSpPr>
          <p:cNvPr id="6" name="">
            <a:extLst xmlns:a="http://schemas.openxmlformats.org/drawingml/2006/main">
              <a:ext uri="{FF2B5EF4-FFF2-40B4-BE49-F238E27FC236}">
                <a16:creationId xmlns:a16="http://schemas.microsoft.com/office/drawing/2014/main" id="{5BD33A71-65DB-4495-A87F-5A7D16716F2C}"/>
              </a:ext>
            </a:extLst>
          </p:cNvPr>
          <p:cNvSpPr>
            <a:spLocks xmlns:a="http://schemas.openxmlformats.org/drawingml/2006/main" noGrp="1"/>
          </p:cNvSpPr>
          <p:nvPr/>
        </p:nvSpPr>
        <p:spPr>
          <a:xfrm xmlns:a="http://schemas.openxmlformats.org/drawingml/2006/main">
            <a:off x="666750" y="742950"/>
            <a:ext cx="72390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75" b="1">
                <a:solidFill>
                  <a:srgbClr val="F5F6F8"/>
                </a:solidFill>
                <a:latin typeface="Avenir Next"/>
                <a:ea typeface="Avenir Next"/>
                <a:cs typeface="Avenir Next"/>
              </a:defRPr>
            </a:pPr>
            <a:r>
              <a:rPr sz="2175" b="1">
                <a:solidFill>
                  <a:srgbClr val="F5F6F8"/>
                </a:solidFill>
                <a:latin typeface="Avenir Next"/>
                <a:ea typeface="Avenir Next"/>
                <a:cs typeface="Avenir Next"/>
              </a:rPr>
              <a:t>Merci pour votre attention</a:t>
            </a:r>
          </a:p>
        </p:txBody>
      </p:sp>
      <p:sp>
        <p:nvSpPr>
          <p:cNvPr id="7" name="">
            <a:extLst xmlns:a="http://schemas.openxmlformats.org/drawingml/2006/main">
              <a:ext uri="{FF2B5EF4-FFF2-40B4-BE49-F238E27FC236}">
                <a16:creationId xmlns:a16="http://schemas.microsoft.com/office/drawing/2014/main" id="{3195641D-29C5-4924-898D-EB1F3FD2E6F6}"/>
              </a:ext>
            </a:extLst>
          </p:cNvPr>
          <p:cNvSpPr>
            <a:spLocks xmlns:a="http://schemas.openxmlformats.org/drawingml/2006/main" noGrp="1"/>
          </p:cNvSpPr>
          <p:nvPr/>
        </p:nvSpPr>
        <p:spPr>
          <a:xfrm xmlns:a="http://schemas.openxmlformats.org/drawingml/2006/main">
            <a:off x="666750" y="1295400"/>
            <a:ext cx="74295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0">
                <a:solidFill>
                  <a:srgbClr val="C8D0DC"/>
                </a:solidFill>
                <a:latin typeface="Avenir Next"/>
                <a:ea typeface="Avenir Next"/>
                <a:cs typeface="Avenir Next"/>
              </a:defRPr>
            </a:pPr>
            <a:r>
              <a:rPr sz="1013" b="0">
                <a:solidFill>
                  <a:srgbClr val="C8D0DC"/>
                </a:solidFill>
                <a:latin typeface="Avenir Next"/>
                <a:ea typeface="Avenir Next"/>
                <a:cs typeface="Avenir Next"/>
              </a:rPr>
              <a:t>Un support de presentation prevu pour garder une solution fiable meme sans acces au portfolio web.</a:t>
            </a:r>
          </a:p>
        </p:txBody>
      </p:sp>
      <p:sp>
        <p:nvSpPr>
          <p:cNvPr id="8" name="">
            <a:extLst xmlns:a="http://schemas.openxmlformats.org/drawingml/2006/main">
              <a:ext uri="{FF2B5EF4-FFF2-40B4-BE49-F238E27FC236}">
                <a16:creationId xmlns:a16="http://schemas.microsoft.com/office/drawing/2014/main" id="{18E59D22-29B4-41A2-8C30-4E6D6E983281}"/>
              </a:ext>
            </a:extLst>
          </p:cNvPr>
          <p:cNvSpPr>
            <a:spLocks xmlns:a="http://schemas.openxmlformats.org/drawingml/2006/main" noGrp="1"/>
          </p:cNvSpPr>
          <p:nvPr/>
        </p:nvSpPr>
        <p:spPr>
          <a:xfrm xmlns:a="http://schemas.openxmlformats.org/drawingml/2006/main">
            <a:off x="666750" y="2076450"/>
            <a:ext cx="5524500" cy="2781300"/>
          </a:xfrm>
          <a:prstGeom xmlns:a="http://schemas.openxmlformats.org/drawingml/2006/main" prst="roundRect">
            <a:avLst>
              <a:gd name="adj" fmla="val 2740"/>
            </a:avLst>
          </a:prstGeom>
          <a:solidFill xmlns:a="http://schemas.openxmlformats.org/drawingml/2006/main">
            <a:srgbClr val="1C2532"/>
          </a:solidFill>
          <a:ln xmlns:a="http://schemas.openxmlformats.org/drawingml/2006/main" w="9525">
            <a:solidFill>
              <a:srgbClr val="34445A"/>
            </a:solidFill>
            <a:prstDash val="solid"/>
          </a:ln>
        </p:spPr>
      </p:sp>
      <p:sp>
        <p:nvSpPr>
          <p:cNvPr id="9" name="">
            <a:extLst xmlns:a="http://schemas.openxmlformats.org/drawingml/2006/main">
              <a:ext uri="{FF2B5EF4-FFF2-40B4-BE49-F238E27FC236}">
                <a16:creationId xmlns:a16="http://schemas.microsoft.com/office/drawing/2014/main" id="{2C51CE42-109D-4C84-AACF-0F51A37D6F46}"/>
              </a:ext>
            </a:extLst>
          </p:cNvPr>
          <p:cNvSpPr>
            <a:spLocks xmlns:a="http://schemas.openxmlformats.org/drawingml/2006/main" noGrp="1"/>
          </p:cNvSpPr>
          <p:nvPr/>
        </p:nvSpPr>
        <p:spPr>
          <a:xfrm xmlns:a="http://schemas.openxmlformats.org/drawingml/2006/main">
            <a:off x="933450" y="2362200"/>
            <a:ext cx="3429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F5F6F8"/>
                </a:solidFill>
                <a:latin typeface="Avenir Next"/>
                <a:ea typeface="Avenir Next"/>
                <a:cs typeface="Avenir Next"/>
              </a:defRPr>
            </a:pPr>
            <a:r>
              <a:rPr sz="1050" b="1">
                <a:solidFill>
                  <a:srgbClr val="F5F6F8"/>
                </a:solidFill>
                <a:latin typeface="Avenir Next"/>
                <a:ea typeface="Avenir Next"/>
                <a:cs typeface="Avenir Next"/>
              </a:rPr>
              <a:t>Ce support reprend l'identite du portfolio:</a:t>
            </a:r>
          </a:p>
        </p:txBody>
      </p:sp>
      <p:sp>
        <p:nvSpPr>
          <p:cNvPr id="10" name="">
            <a:extLst xmlns:a="http://schemas.openxmlformats.org/drawingml/2006/main">
              <a:ext uri="{FF2B5EF4-FFF2-40B4-BE49-F238E27FC236}">
                <a16:creationId xmlns:a16="http://schemas.microsoft.com/office/drawing/2014/main" id="{AD664669-B296-47DC-BFCF-BB5B04E5A1DB}"/>
              </a:ext>
            </a:extLst>
          </p:cNvPr>
          <p:cNvSpPr>
            <a:spLocks xmlns:a="http://schemas.openxmlformats.org/drawingml/2006/main" noGrp="1"/>
          </p:cNvSpPr>
          <p:nvPr/>
        </p:nvSpPr>
        <p:spPr>
          <a:xfrm xmlns:a="http://schemas.openxmlformats.org/drawingml/2006/main">
            <a:off x="933450" y="2686050"/>
            <a:ext cx="43434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C8D0DC"/>
                </a:solidFill>
                <a:latin typeface="Avenir Next"/>
                <a:ea typeface="Avenir Next"/>
                <a:cs typeface="Avenir Next"/>
              </a:defRPr>
            </a:pPr>
            <a:r>
              <a:rPr sz="1050" b="0">
                <a:solidFill>
                  <a:srgbClr val="C8D0DC"/>
                </a:solidFill>
                <a:latin typeface="Avenir Next"/>
                <a:ea typeface="Avenir Next"/>
                <a:cs typeface="Avenir Next"/>
              </a:rPr>
              <a:t>palette bleu nuit, cartes epurees, navigation par sections, projets detaillees, competences et veille technologique.</a:t>
            </a:r>
          </a:p>
        </p:txBody>
      </p:sp>
      <p:sp>
        <p:nvSpPr>
          <p:cNvPr id="11" name="">
            <a:extLst xmlns:a="http://schemas.openxmlformats.org/drawingml/2006/main">
              <a:ext uri="{FF2B5EF4-FFF2-40B4-BE49-F238E27FC236}">
                <a16:creationId xmlns:a16="http://schemas.microsoft.com/office/drawing/2014/main" id="{C1FBFE9D-3763-4F39-8425-A6D0688FB9C2}"/>
              </a:ext>
            </a:extLst>
          </p:cNvPr>
          <p:cNvSpPr>
            <a:spLocks xmlns:a="http://schemas.openxmlformats.org/drawingml/2006/main" noGrp="1"/>
          </p:cNvSpPr>
          <p:nvPr/>
        </p:nvSpPr>
        <p:spPr>
          <a:xfrm xmlns:a="http://schemas.openxmlformats.org/drawingml/2006/main">
            <a:off x="933450" y="3486150"/>
            <a:ext cx="2667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6AA3FF"/>
                </a:solidFill>
                <a:latin typeface="Avenir Next"/>
                <a:ea typeface="Avenir Next"/>
                <a:cs typeface="Avenir Next"/>
              </a:defRPr>
            </a:pPr>
            <a:r>
              <a:rPr sz="900" b="1">
                <a:solidFill>
                  <a:srgbClr val="6AA3FF"/>
                </a:solidFill>
                <a:latin typeface="Avenir Next"/>
                <a:ea typeface="Avenir Next"/>
                <a:cs typeface="Avenir Next"/>
              </a:rPr>
              <a:t>Utilisation conseillee a l'oral:</a:t>
            </a:r>
          </a:p>
        </p:txBody>
      </p:sp>
      <p:sp>
        <p:nvSpPr>
          <p:cNvPr id="12" name="">
            <a:extLst xmlns:a="http://schemas.openxmlformats.org/drawingml/2006/main">
              <a:ext uri="{FF2B5EF4-FFF2-40B4-BE49-F238E27FC236}">
                <a16:creationId xmlns:a16="http://schemas.microsoft.com/office/drawing/2014/main" id="{907998E5-B40A-41C1-9D92-FAE457CA3A76}"/>
              </a:ext>
            </a:extLst>
          </p:cNvPr>
          <p:cNvSpPr>
            <a:spLocks xmlns:a="http://schemas.openxmlformats.org/drawingml/2006/main" noGrp="1"/>
          </p:cNvSpPr>
          <p:nvPr/>
        </p:nvSpPr>
        <p:spPr>
          <a:xfrm xmlns:a="http://schemas.openxmlformats.org/drawingml/2006/main">
            <a:off x="933450" y="3733800"/>
            <a:ext cx="440055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EAF0F9"/>
                </a:solidFill>
                <a:latin typeface="Avenir Next"/>
                <a:ea typeface="Avenir Next"/>
                <a:cs typeface="Avenir Next"/>
              </a:defRPr>
            </a:pPr>
            <a:r>
              <a:rPr sz="975" b="0">
                <a:solidFill>
                  <a:srgbClr val="EAF0F9"/>
                </a:solidFill>
                <a:latin typeface="Avenir Next"/>
                <a:ea typeface="Avenir Next"/>
                <a:cs typeface="Avenir Next"/>
              </a:rPr>
              <a:t>presenter le profil, enchaîner sur le parcours, puis choisir 2 ou 3 projets a detailler selon les questions du jury.</a:t>
            </a:r>
          </a:p>
        </p:txBody>
      </p:sp>
      <p:sp>
        <p:nvSpPr>
          <p:cNvPr id="13" name="">
            <a:extLst xmlns:a="http://schemas.openxmlformats.org/drawingml/2006/main">
              <a:ext uri="{FF2B5EF4-FFF2-40B4-BE49-F238E27FC236}">
                <a16:creationId xmlns:a16="http://schemas.microsoft.com/office/drawing/2014/main" id="{0B7882A4-617E-4393-9B31-A134C2213D8C}"/>
              </a:ext>
            </a:extLst>
          </p:cNvPr>
          <p:cNvSpPr>
            <a:spLocks xmlns:a="http://schemas.openxmlformats.org/drawingml/2006/main" noGrp="1"/>
          </p:cNvSpPr>
          <p:nvPr/>
        </p:nvSpPr>
        <p:spPr>
          <a:xfrm xmlns:a="http://schemas.openxmlformats.org/drawingml/2006/main">
            <a:off x="6572250" y="2076450"/>
            <a:ext cx="4953000" cy="2781300"/>
          </a:xfrm>
          <a:prstGeom xmlns:a="http://schemas.openxmlformats.org/drawingml/2006/main" prst="roundRect">
            <a:avLst>
              <a:gd name="adj" fmla="val 2740"/>
            </a:avLst>
          </a:prstGeom>
          <a:solidFill xmlns:a="http://schemas.openxmlformats.org/drawingml/2006/main">
            <a:srgbClr val="1B2431"/>
          </a:solidFill>
          <a:ln xmlns:a="http://schemas.openxmlformats.org/drawingml/2006/main" w="9525">
            <a:solidFill>
              <a:srgbClr val="34445A"/>
            </a:solidFill>
            <a:prstDash val="solid"/>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c84ccfb6a1804978">
            <a:extLst>
              <a:ext uri="{96DAC541-7B7A-43D3-8B79-37D633B846F1}">
                <asvg:svgBlip xmlns:asvg="http://schemas.microsoft.com/office/drawing/2016/SVG/main" r:embed="R81120cd6de2f4e15"/>
              </a:ext>
            </a:extLst>
          </a:blip>
          <a:stretch xmlns:a="http://schemas.openxmlformats.org/drawingml/2006/main"/>
        </p:blipFill>
        <p:spPr>
          <a:xfrm xmlns:a="http://schemas.openxmlformats.org/drawingml/2006/main">
            <a:off x="6877050" y="2438400"/>
            <a:ext cx="266700" cy="26670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8F099C39-7D13-4DBB-B55C-77940F9B0F46}"/>
              </a:ext>
            </a:extLst>
          </p:cNvPr>
          <p:cNvSpPr>
            <a:spLocks xmlns:a="http://schemas.openxmlformats.org/drawingml/2006/main" noGrp="1"/>
          </p:cNvSpPr>
          <p:nvPr/>
        </p:nvSpPr>
        <p:spPr>
          <a:xfrm xmlns:a="http://schemas.openxmlformats.org/drawingml/2006/main">
            <a:off x="7334250" y="2438400"/>
            <a:ext cx="1524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6AA3FF"/>
                </a:solidFill>
                <a:latin typeface="Avenir Next"/>
                <a:ea typeface="Avenir Next"/>
                <a:cs typeface="Avenir Next"/>
              </a:defRPr>
            </a:pPr>
            <a:r>
              <a:rPr sz="900" b="1">
                <a:solidFill>
                  <a:srgbClr val="6AA3FF"/>
                </a:solidFill>
                <a:latin typeface="Avenir Next"/>
                <a:ea typeface="Avenir Next"/>
                <a:cs typeface="Avenir Next"/>
              </a:rPr>
              <a:t>Email</a:t>
            </a:r>
          </a:p>
        </p:txBody>
      </p:sp>
      <p:sp>
        <p:nvSpPr>
          <p:cNvPr id="16" name="">
            <a:extLst xmlns:a="http://schemas.openxmlformats.org/drawingml/2006/main">
              <a:ext uri="{FF2B5EF4-FFF2-40B4-BE49-F238E27FC236}">
                <a16:creationId xmlns:a16="http://schemas.microsoft.com/office/drawing/2014/main" id="{AD11D4A2-4EAA-43D7-9498-8D766E20DEE5}"/>
              </a:ext>
            </a:extLst>
          </p:cNvPr>
          <p:cNvSpPr>
            <a:spLocks xmlns:a="http://schemas.openxmlformats.org/drawingml/2006/main" noGrp="1"/>
          </p:cNvSpPr>
          <p:nvPr/>
        </p:nvSpPr>
        <p:spPr>
          <a:xfrm xmlns:a="http://schemas.openxmlformats.org/drawingml/2006/main">
            <a:off x="7334250" y="2686050"/>
            <a:ext cx="2667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5F6F8"/>
                </a:solidFill>
                <a:latin typeface="Avenir Next"/>
                <a:ea typeface="Avenir Next"/>
                <a:cs typeface="Avenir Next"/>
              </a:defRPr>
            </a:pPr>
            <a:r>
              <a:rPr sz="1350" b="1">
                <a:solidFill>
                  <a:srgbClr val="F5F6F8"/>
                </a:solidFill>
                <a:latin typeface="Avenir Next"/>
                <a:ea typeface="Avenir Next"/>
                <a:cs typeface="Avenir Next"/>
              </a:rPr>
              <a:t>duhamelluca76@gmail.com</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0b9a24749c5f4b46">
            <a:extLst>
              <a:ext uri="{96DAC541-7B7A-43D3-8B79-37D633B846F1}">
                <asvg:svgBlip xmlns:asvg="http://schemas.microsoft.com/office/drawing/2016/SVG/main" r:embed="Ra2a6cd6525d7430c"/>
              </a:ext>
            </a:extLst>
          </a:blip>
          <a:stretch xmlns:a="http://schemas.openxmlformats.org/drawingml/2006/main"/>
        </p:blipFill>
        <p:spPr>
          <a:xfrm xmlns:a="http://schemas.openxmlformats.org/drawingml/2006/main">
            <a:off x="6877050" y="3314700"/>
            <a:ext cx="266700" cy="266700"/>
          </a:xfrm>
          <a:prstGeom xmlns:a="http://schemas.openxmlformats.org/drawingml/2006/main" prst="rect">
            <a:avLst/>
          </a:prstGeom>
        </p:spPr>
      </p:pic>
      <p:sp>
        <p:nvSpPr>
          <p:cNvPr id="18" name="">
            <a:extLst xmlns:a="http://schemas.openxmlformats.org/drawingml/2006/main">
              <a:ext uri="{FF2B5EF4-FFF2-40B4-BE49-F238E27FC236}">
                <a16:creationId xmlns:a16="http://schemas.microsoft.com/office/drawing/2014/main" id="{95ED715E-ADF6-4C5A-865A-582554D6BCF6}"/>
              </a:ext>
            </a:extLst>
          </p:cNvPr>
          <p:cNvSpPr>
            <a:spLocks xmlns:a="http://schemas.openxmlformats.org/drawingml/2006/main" noGrp="1"/>
          </p:cNvSpPr>
          <p:nvPr/>
        </p:nvSpPr>
        <p:spPr>
          <a:xfrm xmlns:a="http://schemas.openxmlformats.org/drawingml/2006/main">
            <a:off x="7334250" y="3314700"/>
            <a:ext cx="1524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6AA3FF"/>
                </a:solidFill>
                <a:latin typeface="Avenir Next"/>
                <a:ea typeface="Avenir Next"/>
                <a:cs typeface="Avenir Next"/>
              </a:defRPr>
            </a:pPr>
            <a:r>
              <a:rPr sz="900" b="1">
                <a:solidFill>
                  <a:srgbClr val="6AA3FF"/>
                </a:solidFill>
                <a:latin typeface="Avenir Next"/>
                <a:ea typeface="Avenir Next"/>
                <a:cs typeface="Avenir Next"/>
              </a:rPr>
              <a:t>LinkedIn</a:t>
            </a:r>
          </a:p>
        </p:txBody>
      </p:sp>
      <p:sp>
        <p:nvSpPr>
          <p:cNvPr id="19" name="">
            <a:extLst xmlns:a="http://schemas.openxmlformats.org/drawingml/2006/main">
              <a:ext uri="{FF2B5EF4-FFF2-40B4-BE49-F238E27FC236}">
                <a16:creationId xmlns:a16="http://schemas.microsoft.com/office/drawing/2014/main" id="{0AB6D5E1-A4A7-404F-A01C-59BA83815F09}"/>
              </a:ext>
            </a:extLst>
          </p:cNvPr>
          <p:cNvSpPr>
            <a:spLocks xmlns:a="http://schemas.openxmlformats.org/drawingml/2006/main" noGrp="1"/>
          </p:cNvSpPr>
          <p:nvPr/>
        </p:nvSpPr>
        <p:spPr>
          <a:xfrm xmlns:a="http://schemas.openxmlformats.org/drawingml/2006/main">
            <a:off x="7334250" y="3562350"/>
            <a:ext cx="31432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F5F6F8"/>
                </a:solidFill>
                <a:latin typeface="Avenir Next"/>
                <a:ea typeface="Avenir Next"/>
                <a:cs typeface="Avenir Next"/>
              </a:defRPr>
            </a:pPr>
            <a:r>
              <a:rPr sz="1200" b="0">
                <a:solidFill>
                  <a:srgbClr val="F5F6F8"/>
                </a:solidFill>
                <a:latin typeface="Avenir Next"/>
                <a:ea typeface="Avenir Next"/>
                <a:cs typeface="Avenir Next"/>
              </a:rPr>
              <a:t>linkedin.com/in/luca-duhamel-1939b8205</a:t>
            </a:r>
          </a:p>
        </p:txBody>
      </p:sp>
      <p:sp>
        <p:nvSpPr>
          <p:cNvPr id="20" name="">
            <a:extLst xmlns:a="http://schemas.openxmlformats.org/drawingml/2006/main">
              <a:ext uri="{FF2B5EF4-FFF2-40B4-BE49-F238E27FC236}">
                <a16:creationId xmlns:a16="http://schemas.microsoft.com/office/drawing/2014/main" id="{BCCE415A-6AAC-4F19-A272-34E965C8D41E}"/>
              </a:ext>
            </a:extLst>
          </p:cNvPr>
          <p:cNvSpPr>
            <a:spLocks xmlns:a="http://schemas.openxmlformats.org/drawingml/2006/main" noGrp="1"/>
          </p:cNvSpPr>
          <p:nvPr/>
        </p:nvSpPr>
        <p:spPr>
          <a:xfrm xmlns:a="http://schemas.openxmlformats.org/drawingml/2006/main">
            <a:off x="666750" y="5334000"/>
            <a:ext cx="10858500" cy="704850"/>
          </a:xfrm>
          <a:prstGeom xmlns:a="http://schemas.openxmlformats.org/drawingml/2006/main" prst="roundRect">
            <a:avLst>
              <a:gd name="adj" fmla="val 10811"/>
            </a:avLst>
          </a:prstGeom>
          <a:solidFill xmlns:a="http://schemas.openxmlformats.org/drawingml/2006/main">
            <a:srgbClr val="18212D"/>
          </a:solidFill>
          <a:ln xmlns:a="http://schemas.openxmlformats.org/drawingml/2006/main" w="9525">
            <a:solidFill>
              <a:srgbClr val="34445A"/>
            </a:solidFill>
            <a:prstDash val="solid"/>
          </a:ln>
        </p:spPr>
      </p:sp>
      <p:sp>
        <p:nvSpPr>
          <p:cNvPr id="21" name="">
            <a:extLst xmlns:a="http://schemas.openxmlformats.org/drawingml/2006/main">
              <a:ext uri="{FF2B5EF4-FFF2-40B4-BE49-F238E27FC236}">
                <a16:creationId xmlns:a16="http://schemas.microsoft.com/office/drawing/2014/main" id="{B34CC4A4-DADE-4517-A340-B1D75B2D5D5D}"/>
              </a:ext>
            </a:extLst>
          </p:cNvPr>
          <p:cNvSpPr>
            <a:spLocks xmlns:a="http://schemas.openxmlformats.org/drawingml/2006/main" noGrp="1"/>
          </p:cNvSpPr>
          <p:nvPr/>
        </p:nvSpPr>
        <p:spPr>
          <a:xfrm xmlns:a="http://schemas.openxmlformats.org/drawingml/2006/main">
            <a:off x="933450" y="5562600"/>
            <a:ext cx="5905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EAF0F9"/>
                </a:solidFill>
                <a:latin typeface="Avenir Next"/>
                <a:ea typeface="Avenir Next"/>
                <a:cs typeface="Avenir Next"/>
              </a:defRPr>
            </a:pPr>
            <a:r>
              <a:rPr sz="938" b="0">
                <a:solidFill>
                  <a:srgbClr val="EAF0F9"/>
                </a:solidFill>
                <a:latin typeface="Avenir Next"/>
                <a:ea typeface="Avenir Next"/>
                <a:cs typeface="Avenir Next"/>
              </a:rPr>
              <a:t>Presentation de secours generee pour etre ouverte dans Keynote ou PowerPoint.</a:t>
            </a:r>
          </a:p>
        </p:txBody>
      </p:sp>
      <p:sp>
        <p:nvSpPr>
          <p:cNvPr id="22" name="">
            <a:extLst xmlns:a="http://schemas.openxmlformats.org/drawingml/2006/main">
              <a:ext uri="{FF2B5EF4-FFF2-40B4-BE49-F238E27FC236}">
                <a16:creationId xmlns:a16="http://schemas.microsoft.com/office/drawing/2014/main" id="{D5DE4B29-1792-4C66-A912-1F5A5F881A8D}"/>
              </a:ext>
            </a:extLst>
          </p:cNvPr>
          <p:cNvSpPr>
            <a:spLocks xmlns:a="http://schemas.openxmlformats.org/drawingml/2006/main" noGrp="1"/>
          </p:cNvSpPr>
          <p:nvPr/>
        </p:nvSpPr>
        <p:spPr>
          <a:xfrm xmlns:a="http://schemas.openxmlformats.org/drawingml/2006/main">
            <a:off x="666750" y="6438900"/>
            <a:ext cx="10858500" cy="9525"/>
          </a:xfrm>
          <a:prstGeom xmlns:a="http://schemas.openxmlformats.org/drawingml/2006/main" prst="rect">
            <a:avLst/>
          </a:prstGeom>
          <a:solidFill xmlns:a="http://schemas.openxmlformats.org/drawingml/2006/main">
            <a:srgbClr val="3A475C">
              <a:alpha val="66667"/>
            </a:srgbClr>
          </a:solidFill>
          <a:ln xmlns:a="http://schemas.openxmlformats.org/drawingml/2006/main" w="0">
            <a:solidFill>
              <a:srgbClr val="3A475C">
                <a:alpha val="66667"/>
              </a:srgbClr>
            </a:solidFill>
            <a:prstDash val="solid"/>
          </a:ln>
        </p:spPr>
      </p:sp>
      <p:sp>
        <p:nvSpPr>
          <p:cNvPr id="23" name="">
            <a:extLst xmlns:a="http://schemas.openxmlformats.org/drawingml/2006/main">
              <a:ext uri="{FF2B5EF4-FFF2-40B4-BE49-F238E27FC236}">
                <a16:creationId xmlns:a16="http://schemas.microsoft.com/office/drawing/2014/main" id="{9EBDDC89-3486-4992-8172-546B58CCA87B}"/>
              </a:ext>
            </a:extLst>
          </p:cNvPr>
          <p:cNvSpPr>
            <a:spLocks xmlns:a="http://schemas.openxmlformats.org/drawingml/2006/main" noGrp="1"/>
          </p:cNvSpPr>
          <p:nvPr/>
        </p:nvSpPr>
        <p:spPr>
          <a:xfrm xmlns:a="http://schemas.openxmlformats.org/drawingml/2006/main">
            <a:off x="666750" y="6534150"/>
            <a:ext cx="8572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C8D0DC"/>
                </a:solidFill>
                <a:latin typeface="Avenir Next"/>
                <a:ea typeface="Avenir Next"/>
                <a:cs typeface="Avenir Next"/>
              </a:defRPr>
            </a:pPr>
            <a:r>
              <a:rPr sz="638" b="0">
                <a:solidFill>
                  <a:srgbClr val="C8D0DC"/>
                </a:solidFill>
                <a:latin typeface="Avenir Next"/>
                <a:ea typeface="Avenir Next"/>
                <a:cs typeface="Avenir Next"/>
              </a:rPr>
              <a:t>Luca Duhamel • BTS SIO SISR</a:t>
            </a:r>
          </a:p>
        </p:txBody>
      </p:sp>
      <p:sp>
        <p:nvSpPr>
          <p:cNvPr id="24" name="">
            <a:extLst xmlns:a="http://schemas.openxmlformats.org/drawingml/2006/main">
              <a:ext uri="{FF2B5EF4-FFF2-40B4-BE49-F238E27FC236}">
                <a16:creationId xmlns:a16="http://schemas.microsoft.com/office/drawing/2014/main" id="{8925DD74-5572-40EC-B0EB-43E4752C3482}"/>
              </a:ext>
            </a:extLst>
          </p:cNvPr>
          <p:cNvSpPr>
            <a:spLocks xmlns:a="http://schemas.openxmlformats.org/drawingml/2006/main" noGrp="1"/>
          </p:cNvSpPr>
          <p:nvPr/>
        </p:nvSpPr>
        <p:spPr>
          <a:xfrm xmlns:a="http://schemas.openxmlformats.org/drawingml/2006/main">
            <a:off x="11049000" y="6496050"/>
            <a:ext cx="4762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825" b="1">
                <a:solidFill>
                  <a:srgbClr val="C8D0DC"/>
                </a:solidFill>
                <a:latin typeface="Avenir Next"/>
                <a:ea typeface="Avenir Next"/>
                <a:cs typeface="Avenir Next"/>
              </a:defRPr>
            </a:pPr>
            <a:r>
              <a:rPr sz="825" b="1">
                <a:solidFill>
                  <a:srgbClr val="C8D0DC"/>
                </a:solidFill>
                <a:latin typeface="Avenir Next"/>
                <a:ea typeface="Avenir Next"/>
                <a:cs typeface="Avenir Next"/>
              </a:rPr>
              <a:t>12</a:t>
            </a:r>
          </a:p>
        </p:txBody>
      </p:sp>
    </p:spTree>
    <p:extLst>
      <p:ext uri="{BB962C8B-B14F-4D97-AF65-F5344CB8AC3E}">
        <p14:creationId xmlns:p14="http://schemas.microsoft.com/office/powerpoint/2010/main" val="163184519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2026-05-05T13:04:18.7790000Z</dcterms:created>
  <dcterms:modified xsi:type="dcterms:W3CDTF">2026-05-05T13:04:18.7790000Z</dcterms:modified>
</coreProperties>
</file>